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951211@gmail.com" userId="a5da67ef301a9997" providerId="LiveId" clId="{CDEAE2D2-8664-4EF7-8507-5F5EB2725EA6}"/>
    <pc:docChg chg="modSld">
      <pc:chgData name="cheuk951211@gmail.com" userId="a5da67ef301a9997" providerId="LiveId" clId="{CDEAE2D2-8664-4EF7-8507-5F5EB2725EA6}" dt="2026-08-31T15:16:37.686" v="15" actId="14100"/>
      <pc:docMkLst>
        <pc:docMk/>
      </pc:docMkLst>
      <pc:sldChg chg="modSp mod">
        <pc:chgData name="cheuk951211@gmail.com" userId="a5da67ef301a9997" providerId="LiveId" clId="{CDEAE2D2-8664-4EF7-8507-5F5EB2725EA6}" dt="2026-08-31T15:07:49.737" v="2" actId="1076"/>
        <pc:sldMkLst>
          <pc:docMk/>
          <pc:sldMk cId="0" sldId="263"/>
        </pc:sldMkLst>
        <pc:graphicFrameChg chg="mod modGraphic">
          <ac:chgData name="cheuk951211@gmail.com" userId="a5da67ef301a9997" providerId="LiveId" clId="{CDEAE2D2-8664-4EF7-8507-5F5EB2725EA6}" dt="2026-08-31T15:07:49.737" v="2" actId="1076"/>
          <ac:graphicFrameMkLst>
            <pc:docMk/>
            <pc:sldMk cId="0" sldId="263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09:27.519" v="4" actId="14100"/>
        <pc:sldMkLst>
          <pc:docMk/>
          <pc:sldMk cId="0" sldId="267"/>
        </pc:sldMkLst>
        <pc:graphicFrameChg chg="mod modGraphic">
          <ac:chgData name="cheuk951211@gmail.com" userId="a5da67ef301a9997" providerId="LiveId" clId="{CDEAE2D2-8664-4EF7-8507-5F5EB2725EA6}" dt="2026-08-31T15:09:27.519" v="4" actId="14100"/>
          <ac:graphicFrameMkLst>
            <pc:docMk/>
            <pc:sldMk cId="0" sldId="267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10:51.851" v="8" actId="1076"/>
        <pc:sldMkLst>
          <pc:docMk/>
          <pc:sldMk cId="0" sldId="270"/>
        </pc:sldMkLst>
        <pc:graphicFrameChg chg="mod modGraphic">
          <ac:chgData name="cheuk951211@gmail.com" userId="a5da67ef301a9997" providerId="LiveId" clId="{CDEAE2D2-8664-4EF7-8507-5F5EB2725EA6}" dt="2026-08-31T15:10:51.851" v="8" actId="1076"/>
          <ac:graphicFrameMkLst>
            <pc:docMk/>
            <pc:sldMk cId="0" sldId="270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15:48.685" v="13" actId="20577"/>
        <pc:sldMkLst>
          <pc:docMk/>
          <pc:sldMk cId="0" sldId="283"/>
        </pc:sldMkLst>
        <pc:spChg chg="mod">
          <ac:chgData name="cheuk951211@gmail.com" userId="a5da67ef301a9997" providerId="LiveId" clId="{CDEAE2D2-8664-4EF7-8507-5F5EB2725EA6}" dt="2026-08-31T15:15:48.685" v="13" actId="20577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cheuk951211@gmail.com" userId="a5da67ef301a9997" providerId="LiveId" clId="{CDEAE2D2-8664-4EF7-8507-5F5EB2725EA6}" dt="2026-08-31T15:16:23.181" v="14" actId="14100"/>
        <pc:sldMkLst>
          <pc:docMk/>
          <pc:sldMk cId="0" sldId="287"/>
        </pc:sldMkLst>
        <pc:graphicFrameChg chg="modGraphic">
          <ac:chgData name="cheuk951211@gmail.com" userId="a5da67ef301a9997" providerId="LiveId" clId="{CDEAE2D2-8664-4EF7-8507-5F5EB2725EA6}" dt="2026-08-31T15:16:23.181" v="14" actId="14100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31T15:16:37.686" v="15" actId="14100"/>
        <pc:sldMkLst>
          <pc:docMk/>
          <pc:sldMk cId="0" sldId="288"/>
        </pc:sldMkLst>
        <pc:graphicFrameChg chg="modGraphic">
          <ac:chgData name="cheuk951211@gmail.com" userId="a5da67ef301a9997" providerId="LiveId" clId="{CDEAE2D2-8664-4EF7-8507-5F5EB2725EA6}" dt="2026-08-31T15:16:37.686" v="15" actId="14100"/>
          <ac:graphicFrameMkLst>
            <pc:docMk/>
            <pc:sldMk cId="0" sldId="288"/>
            <ac:graphicFrameMk id="5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代理公司深度比較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BFE3DF"/>
                </a:solidFill>
                <a:latin typeface="Microsoft JhengHei"/>
                <a:ea typeface="Microsoft JhengHei"/>
              </a:rPr>
              <a:t>Visible One · YSK Limited · Topone
詳盡價錢 + 服務 + 優缺點 · 一次過睇晒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8B4"/>
                </a:solidFill>
                <a:latin typeface="Microsoft JhengHei"/>
                <a:ea typeface="Microsoft JhengHei"/>
              </a:rPr>
              <a:t>booking-aurora（診所預約系統）· 代理公司深度比較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你嘅項目需求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booking-aurora（診所預約系統）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系統：Node.js + SQLite + Caddy 反向代理（已有 Docker Compose）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你已經有完整可部署嘅代碼，需要有人幫手：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① 伺服器安裝：開 VPS / 雲端主機、裝 Docker、綁網域 + HTTPS、設定自動備份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② 網頁功能測試：登入、預約、後台、WhatsApp/Email 通知等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診所涉及病人資料（PDPO 私隱條例），資料安全同保密好重要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要揀嘅公司類型：有伺服器管理 + 網站維護能力嘅 IT 外判公司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2008 年成立 · 葵涌 · 50-249 人 · 做咗 18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地址：葵涌葵興路 29-37 興明工業大廈 8 字樓 B2 室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電話：(852) 2127 0101 / (852) 3616 6069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Email：info@visibleone.com.hk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網站：visibleone.com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網站開發（WordPress / Laravel / Drupal / React / Shopify / Magento）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DevOps 服務（CI/CD、自動化、雲端遷移）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託管式雲服務（AWS / GCP / Azure）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IT 解決方案（Microsoft 365 / Azure / HubSpot / Staffcop）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SEO / Google Ads / 社交媒體營銷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2A"/>
                </a:solidFill>
                <a:latin typeface="Microsoft JhengHei"/>
                <a:ea typeface="Microsoft JhengHei"/>
              </a:rPr>
              <a:t>▸ SSL / 網站託管 / 惡意軟件監控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網站開發 + IT 服務 + DevOps + 託管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5214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價錢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備註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網站開發（最低）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US$5,000+（~HK$39,000+）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最低項目預算 $5K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按小時計費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US$25–50/小時（~HK$195–390）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所有服務通用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按日計費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US$200–400/日（~HK$1,560–3,120）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適合短期項目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DevOps 服務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從規劃到部署全包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託管式雲服務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SaaS / PaaS / IaaS 全覆蓋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IT 解決方案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Microsoft 365 / Azure 設定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上線後持續維護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SEO / 廣告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按項目報價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Google Ads / Meta Ads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Visible One 價錢分析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最低消費 US$5,000 起（約 HK$39,000），係香港中型公司正常價位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按小時 US$25–50，比大廠便宜（Accenture US$200+），中小企合理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全部要「按項目報價」，冇公開月費方案，溝通成本高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DevOps / 雲端 / IT 解決方案全部冇標價，要 submit quotation form 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18 年歷史 + TechBehemoths 2025 全球大獎，質素有一定保證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 估計要 HK$30,000–80,000 一次過開發 + 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18 年歷史，香港本地公司，口碑穩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全棧：WordPress/Laravel/React/Drupal 全做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DevOps + 雲端遷移有經驗（AWS/GCP/Azure）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SEO + 數字營銷一條龍，上線後推廣無憂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葵涌辦公室可以上門傾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多語系網站經驗豐富（中英日韓）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有 TechBehemoths 2025 獎項認證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價錢全部要 quote，冇公開透明方案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最低 US$5,000 起，小預算唔太適合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未見有「伺服器 + 測試」打包月費方案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DevOps 服務偏企業級，診所小站可能大材小用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主打 WordPress/Laravel，Node.js 專長未見明確宣傳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香港開發者外判 · 全遠端 · 月費制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全遠端支援（無實體辦公室），香港公司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網站：ysk.hk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合約期：一年起，只限遠端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開發者外判（月費制，$2,000/月起）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跨平台 APP 開發（React Native，iOS + Android）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企業私有 LLM 全託管（年費 $88,000 起）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雲端遷移 + 網絡安全（AWS / GCP / 零信任）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Web3 區塊鏈開發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特色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所有計劃包 1 部美國獨立 IP VPS（伺服器免費）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支援 Node.js / React / Python / Python 等全端技術棧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MIT 開源自建伺服器管理工具（YSK Server）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月費制 + 伺服器包埋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911755"/>
              </p:ext>
            </p:extLst>
          </p:nvPr>
        </p:nvGraphicFramePr>
        <p:xfrm>
          <a:off x="156139" y="2173855"/>
          <a:ext cx="11679303" cy="2175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5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2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857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計劃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遠端支援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開發配額（網站+iOS+Android）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伺服器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5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基本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5 條技術問題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5 頁動態頁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VPS（基礎設定）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85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標準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HK$6,000/月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20 條技術問題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20 頁動態頁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VPS（進階效能+備份）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85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尊貴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HK$12,000/月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 50 條技術問題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合共 50 頁動態頁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部美國 VPS（負載平衡+零信任）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85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企業定制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書面報價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自訂 SLA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無頁數上限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混合雲（AWS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/GCP）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YSK 價錢分析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HK$2,000/月 已包 VPS + 技術支援，性價比極高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標準 $6,000/月 包 20 條技術問題 + 20 頁開發，對診所夠用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一年合約起，即係最少要畀 HK$24,000（基本）/ $72,000（標準）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全遠端，無實體辦公室，出事冇人上門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所有計劃包 App Store / Google Play 上架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私有 LLM 年費 $88,000 起 — 如果診所想做 AI 問診/排班可以考慮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 用標準計劃（$6,000/月）= 每年 $72,000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月費制最透明：$2,000/$6,000/$12,000 清清楚楚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所有計劃包 1 部美國 VPS，唔使另外租伺服器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Node.js / React / Python 全端支援，技術棧最Match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支援私有 LLM（診所可以做 AI 問診）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App Store 上架包埋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MIT 開源工具，技術實力強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只限遠端，冇實體辦公室，溝通可能有時差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一年合約起，唔可以試完唔鍾意就走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 條/月技術問題（基本）偏少，出事要排隊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冇明確提及「功能測試」服務，要額外問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美國 VPS 託管，香港訪問可能有延遲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公司規模細，長遠穩定性未知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專業 IT 外判 · 香港本地 · 有 SLA 承諾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公司資料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香港本地 IT 外判公司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網站：topone.hk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專注：託管式 IT 服務 / 外判 IT 支援 / 伺服器管理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主要服務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IT 支援台（遙距 + 上門）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伺服器管理 + 維護（Windows / NAS / 雲端）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網站維護 + 託管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Microsoft 365 / Azure 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網絡安全（EDR / 漏洞掃描 / 防釣魚演練）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雲端備份 + 災難復原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員工入職 / 離職 IT 設定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特色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明確 SLA：遙距 30 分鐘–2 小時回應，上門 4 小時內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有 2 星期免費試用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簽 1 年送 1 個月 / 免費防毒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詳細價錢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三個計劃 + 額外服務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84105"/>
              </p:ext>
            </p:extLst>
          </p:nvPr>
        </p:nvGraphicFramePr>
        <p:xfrm>
          <a:off x="112144" y="2248618"/>
          <a:ext cx="10584612" cy="171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6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7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計劃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最低消費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包含服務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7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基本遙距支援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HK$100/設備/月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HK$1,000/月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無限遙距支援 + M365管理 + GLPI 資產管理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全面企業託管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HK$150/設備/月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HK$2,000/月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上門支援 + 伺服器(2台) + 備份監控 + Zabbix監控 + 5G路由器借用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資訊安全與合規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更高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更高端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EDR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漏洞掃描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釣魚演練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災難復原計劃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Topone 其他收費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簽 1 年合約：送 1 個月免費 / 或免費防毒軟件 1 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2 星期免費試用（無綁定）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新電腦部署：HK$800/台（全面計劃免費）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伺服器管理：全面計劃包 2 台，額外另計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按「設備數」計費，唔係按人頭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基本計劃無上門支援、無伺服器管理、無備份監控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booking-aurora：全面計劃 $150/設備 × 5 台 = HK$750/月最低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優點 vs 缺點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SLA 明確：遙距 30 分鐘–2 小時、上門 4 小時內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香港本地公司，可以上門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2 星期免費試用，零風險開始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全面計劃包 2 台伺服器管理 + 備份監控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Zabbix 24/7 監控 + GLPI 資產管理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簽 1 年送 1 個月（性價比提升）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主打 IT 外判（硬件/網絡），唔係專做網站開發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冇提及 DevOps / Docker / Node.js 專長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冇網頁功能測試（QA）服務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按設備計費，設備多會貴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網站維護只係「可選附加」，唔係核心服務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三間公司總比較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一目了然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17677"/>
              </p:ext>
            </p:extLst>
          </p:nvPr>
        </p:nvGraphicFramePr>
        <p:xfrm>
          <a:off x="1417608" y="1691640"/>
          <a:ext cx="9026107" cy="46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比較項目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成立年份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2008（18 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較新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較新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規模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50-249 人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小型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中小型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辦公地點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葵涌（可上門）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全遠端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香港本地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合約期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 年起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 個月 / 1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價錢模式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按項目/小時報價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月費制（$2,000-$12,000）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月費制（$100-$150/設備）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伺服器管理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有（雲端遷移）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包埋（美國 VPS）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有（全面計劃包 2 台）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Node.js 專長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未明確宣傳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明確支援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未明確宣傳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網頁功能測試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未提及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Docker 支援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有（DevOps）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有（全端）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未明確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SLA 服務級別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未公開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自訂（企業）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明確承諾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私隱/PDPO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53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SEO/推廣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booking-aurora 部署 + 測試 費用估算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三間公司實際要畀幾錢？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伺服器安裝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US$5,000+ 項目費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包喺月費入面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包喺全面計劃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每月伺服器費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另計（雲端託管）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包喺月費（美國 VPS）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另計（你自付）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每月維護費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按項目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$6,000/月（標準）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$150/設備 ×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功能測試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未提供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第一年總成本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~HK$50,000–100,000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HK$72,000（標準）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HK$9,000–18,000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第二年起每年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~HK$20,000–50,000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HK$9,000–18,000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適合程度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大材小用，偏貴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 Match 技術棧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IT 外判最專業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我嘅建議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邊間最啱 booking-aurora？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推薦方案：YSK Limited（標準計劃 $6,000/月）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技術棧最 Match：Node.js / React / Docker 全支援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包埋美國 VPS + 20 條技術支援/月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月費制最透明，唔使估價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備選方案：Visible One（如果想做 SEO + 推廣）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備選方案：Topone（如果只係需要 IT 外判 + 伺服器管理）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功能測試三間都冇，建議用 LambdaTest 自動化測試（~HK$120/月）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總開支：YSK $6,000 + LambdaTest $120 = HK$6,120/月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等於每年 HK$73,440，比自聘工程師（$30,000+/月）平 4 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跟住做啲咩？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即刻可以做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1. 填 YSK 報價表：ysk.hk → 查詢外判計劃，說明 booking-aurora 需求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2. 填 Visible One 報價表：visibleone.com/quotation → 揀「DevOps 服務」+「網站維護」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3. 試用 Topone：topone.hk → 2 星期免費試用（零風險）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記得問清：Node.js+Docker 有冇經驗？PDPO 點做？源碼歸邊個？出事幾耐回應？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4. 同時開 LambdaTest 帳號試用：lambdatest.com → 免費 100 分鐘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18 年歷史 · 中型公司 · 全方位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成立：2008 年，18 年歷史，係香港老牌網頁設計公司之一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員工人數：50-249 人（中型規模），有設計、開發、SEO、內容團隊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辦公室：葵涌（可上門拜訪）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獲獎：TechBehemoths 2025 全球大獎（香港最佳網頁設計公司）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全棧：WordPress / Laravel / Drupal / React / Shopify / Magento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DevOps：CI/CD、自動化部署、AWS / GCP / Azure 雲端遷移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多語系：中英日韓網站經驗豐富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SEO：Google Ads / Meta Ads / 社交媒體營銷一條龍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律師行、上市公司、餐飲、NGO — 偏中大型企業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未見 Node.js / Docker 專長宣傳，技術棧可能唔最 Match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YSK Limited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新興公司 · 全遠端 · 技術導向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較新嘅香港科技公司，主打「開發者外判」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全遠端模式，無實體辦公室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合約：一年起，只限遠端支援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明確支援：Node.js / React / Python / React Native（最 Match 你）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MIT 開源自建工具（YSK Server / 瞬劇魔法師 / gctoac）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私有 LLM 全託管（年費 $88,000 起，AI 問診/排班可考慮）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雲端遷移 + 零信任架構 + Web3 區塊鏈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初創企業、中小企、需要快速 MVP 嘅公司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公司較新，長遠穩定性有待觀察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全遠端 = 冇人上門，出事要等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Topone — 背景深度分析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IT 外判 · 本地支援 · SLA 承諾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公司規模與歷史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香港本地 IT 外判公司，專注託管式 IT 服務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主打中小企（20-50 人公司為主）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技術能力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伺服器管理：Windows / NAS / 雲端（AWS / Azure）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Microsoft 365 / Azure 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網絡安全：EDR / 漏洞掃描 / 防釣魚演練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Zabbix 24/7 硬件監控 + GLPI 資產管理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災難復原（備份 + 還原測試 + 離線備份）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客戶類型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2A"/>
                </a:solidFill>
                <a:latin typeface="Microsoft JhengHei"/>
                <a:ea typeface="Microsoft JhengHei"/>
              </a:rPr>
              <a:t>▸ 中小企辦公室 IT 外判（20-50 台設備）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主打硬件/網絡 IT 外判，唔係專做網站開發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冇提及 Node.js / Docker / DevOps 專長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網站維護只係「可選附加」，唔係核心服務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長遠規劃：診所預約系統嘅發展路線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而家 → 1 年 → 3 年 → 5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第一階段（0-6 個月）：上線穩定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目標：網站穩定運行、資料安全、有基本維護支援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需要：伺服器安裝 + 功能測試 + 每月維護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預算：HK$3,000–8,000/月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第二階段（6-18 個月）：功能擴展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目標：加 WhatsApp 通知、支付系統、會員系統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需要：持續開發 + API 整合 + SEO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預算：HK$5,000–15,000/月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第三階段（18-36 個月）：規模擴大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目標：多間分店、病人增長、系統要自動擴展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需要：雲端架構升級 + 監控 + 數據分析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預算：HK$10,000–30,000/月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第四階段（3-5 年）：AI 升級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目標：AI 問診/排班、病人資料分析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需要：私有 LLM + 大數據 + 合規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預算：HK$20,000–80,000/月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長遠分析：邊間最適合？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按階段推薦 + 風險評估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長遠最佳選擇：YSK Limited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第一階段（上線）：YSK 標準 $6,000/月 — 技術棧最 Match、包 VPS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第二階段（擴展）：YSK 維持 — 20 條技術支援/月 + 持續開發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第三階段（規模）：YSK 尊貴 $12,000/月 或 升級企業定制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第四階段（AI）：YSK 私有 LLM 年費 $88,000 起 — 唔使換公司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風險：YSK 公司較新，長遠穩定性有待觀察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備選：Visible One（如果想要老牌公司安全感）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備選：Topone（如果只係需要 IT 外判）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長遠風險分析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每個方案嘅長遠風險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YSK 長遠風險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公司較新，5-10 年後仲喺唔喺？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全遠端，無實體辦公室，出事要等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一年合約起，唔可以隨時走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50 條/月技術問題（尊貴）可能唔夠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美國 VPS 託管，香港訪問有延遲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Visible One 長遠風險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價錢唔透明，長遠成本難預算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18 年歷史，穩定性最高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技術棧偏 WordPress/Laravel，Node.js 專長未知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50-249 人，長遠團隊穩定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可以 SEO + 推廣一條龍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長遠成本對比（5 年總開支）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邊個最平？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 + LambdaTest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1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2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3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4 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 5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 年總計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HK$360,000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~HK$105,000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4B4A"/>
                </a:solidFill>
                <a:latin typeface="Microsoft JhengHei"/>
                <a:ea typeface="Microsoft JhengHei"/>
              </a:rPr>
              <a:t>5 年總成本分析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Topone + LambdaTest 最平：5 年 ~HK$105,000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Visible One 中間：5 年 ~HK$240,000（但技術棧可能唔最 Match）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YSK 最貴：5 年 HK$360,000（但技術棧最 Match + 包 VPS）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icrosoft JhengHei"/>
                <a:ea typeface="Microsoft JhengHei"/>
              </a:rPr>
              <a:t>▸ 但！YSK 包埋 VPS + 技術支援 + 開發配額，值唔值要計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如果 Topone 可以處理 Node.js + Docker → 最平最穩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如果唔得 → YSK 雖然貴，但技術最穩、長遠最安全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最終建議：長遠嚟睇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邊個最適合 booking-aurora？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如果技術棧 Match（Topone 有 Node.js 經驗）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首選：Topone + LambdaTest — 最平（$750+$120=$870/月）、本地支援、有 SLA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5 年總成本最低，風險可控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如果技術棧唔 Match（Topone 冇 Node.js 經驗）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首選：YSK Limited — 技術最穩、包 VPS、長遠可以升級到 AI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雖然貴，但唔使換公司、唔使重新評估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如果想要老牌公司安全感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首選：Visible One — 18 年歷史、全棧技術、可以做 SEO 推廣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但價錢唔透明、技術棧可能唔最 Match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行動：三間都填報價表、問清 Node.js + Docker 有冇經驗、再決定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最重要：源碼同伺服器權限 100% 歸你、簽 NDA、PDPO 合規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6213"/>
            <a:ext cx="1106424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 err="1">
                <a:solidFill>
                  <a:srgbClr val="FFFFFF"/>
                </a:solidFill>
                <a:latin typeface="Microsoft JhengHei"/>
                <a:ea typeface="Microsoft JhengHei"/>
              </a:rPr>
              <a:t>目錄</a:t>
            </a:r>
            <a:endParaRPr sz="3000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本報告涵蓋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① Visible One／YSK／Topone 三間公司詳細背景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② 三間公司實際案例＋客戶評價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③ 價格詳細對比（第一年總成本／年費用／5年總成本）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④ 服務範圍完整對比表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⑤ 長遠規劃（0-6個月／1年／3年／5年路線圖）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⑥ 6大評估準則（技術匹配／成本／穩定性／私隱／擴展／售後）逐項評分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⑦ 最終推薦＋決策時間線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Visible One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老牌公司 · 大型 · 全方位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母公司：晫高科技（Visible One Limited）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成立：2008年（18年歷史）· 員工人數：LinkedIn 顯示約19-100人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總部：葵涌成美工業大廈8樓B2室（3個香港辦公室）· 另有新加坡分部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團隊分布：香港＋新加坡＋緬甸／泰國／越南／寮國／菲律賓（6國）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證書／獎項：TechBehemoths 2025 全球大獎（香港最佳網頁設計），2026年再獲同一獎項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客戶名單（公開）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周大福創建、屯門地區康健中心（醫療）、新翔SATS（香港國際機場）、Mori Jewellery、寰發洋酒、Loeb Smith、壹森健康醫療（Life Young）、TMDHC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其他參考客戶：Rolex Utpices、譚仔、HKU、中大、英皇珠寶、富昌金融、李錦記集團、政府部門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醫療／診所相關經驗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屯門地區康健中心（TMDHC）：基層醫療網站＋會員登記＋活動註冊＋API整合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壹森健康醫療：健康中心網站＋預約服務＋線上商品＋線上交易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對你做診所預約網站高度相關，有醫療項目實績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YSK Limited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新銳公司 · 全遠端 · 技術導向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公司名稱：YSK Limited（YSK股份有限公司）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成立：2019年4月15日（公司註冊編號 0586836）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註冊地址：尖沙咀科學館道1號康宏廣場6樓01室；旺角另有辦公室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模式：全遠端（remote tech team）· 合約一年起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定位：企業數碼轉型＋開發者外判＋私有LLM＋雲端安全＋Web3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自家產品（技術實力證明）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SalonEase / SoulMD Hub（SaaS平台，100+商戶使用）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YSK Server（MIT開源伺服器管理工具）、瞬劇魔法師、Grok CLI Gateway（MIT開源）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GitHub：github.com/yanshekki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案例（因NDA保密，用匿名描述）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本地貨運公司：React＋Node.js 內部ERP＋司機APP → 減80%行政時間、無紙化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大型生活百貨：程式碼優化＋MySQL重構＋AWS遷移 → 載入快300%、促銷零當機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跨國加密支付平台：多鏈EVM整合＋Solidity合約 → 通過頂級資安審計、處理千萬級交易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E8A4E"/>
                </a:solidFill>
                <a:latin typeface="Microsoft JhengHei"/>
                <a:ea typeface="Microsoft JhengHei"/>
              </a:rPr>
              <a:t>▸ 跨國律師樓：私有LLM全託管（NDA資料不出境）→ 合約審閱減70%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Microsoft JhengHei"/>
                <a:ea typeface="Microsoft JhengHei"/>
              </a:rPr>
              <a:t>▸ 注意：以上為「技術描述」，因NDA無法核實客戶名稱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① Topone — 詳細背景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IT外判老字號 · 香港本地 · SLA明確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基本資料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公司名稱：Topone Information Technology Limited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成立：2005年（21年歷史，資歷最深）· 員工人數：約7人（LinkedIn）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總部：上環德輔道西246號東慈商業中心16樓1606室（2個香港辦公室）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定位：香港中小企的「延伸IT部門」，做託管式IT服務／外判IT支援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模式：月費制＋按設備報價，有免費試用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客戶／案例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英國跨國企業亞洲部署（香港＋日韓泰星5地）、專業服務公司全託管、製造業備份強化、SBS 2008現代化遷移、大學（Oxford HK）、註冊店舖等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04B4A"/>
                </a:solidFill>
                <a:latin typeface="Microsoft JhengHei"/>
                <a:ea typeface="Microsoft JhengHei"/>
              </a:rPr>
              <a:t>客戶真實心聲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「問題往往在用戶察覺前已解決」— 多個客戶強調「quiet and predictable」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「TopOne與我們建立6年關係，會繼續合作」— Regal World Transport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B2A"/>
                </a:solidFill>
                <a:latin typeface="Microsoft JhengHei"/>
                <a:ea typeface="Microsoft JhengHei"/>
              </a:rPr>
              <a:t>▸ 「這是我哋第一百次轉IT公司，終於搵到間好嘅」— Greka China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Microsoft JhengHei"/>
                <a:ea typeface="Microsoft JhengHei"/>
              </a:rPr>
              <a:t>▸ 客戶多為辦公室IT／網絡／備份，唔係網站開發／Node.js／Docker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⑤ 長遠規劃路線圖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診所預約系統由而家到5年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268298"/>
              </p:ext>
            </p:extLst>
          </p:nvPr>
        </p:nvGraphicFramePr>
        <p:xfrm>
          <a:off x="457200" y="1828800"/>
          <a:ext cx="10550106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3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時間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需要服務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預算/月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上線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0-6個月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網站穩定運行＋資料安全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伺服器安裝＋功能測試＋維護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HK$3,000-8,000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擴展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6-18個月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WhatsApp通知＋支付＋會員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持續開發＋API整合＋SEO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HK$5,000-15,000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規模化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18-36個月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多分店＋病人增長＋自動擴展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雲端架構升級＋監控＋數據分析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HK$10,000-30,000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AI升級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3-5年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AI問診／排班＋病人分析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私有LLM＋大數據＋合規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HK$20,000-80,000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⑥ 6大評估準則 — 逐項評分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滿分5分，越啱你越高分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516683"/>
              </p:ext>
            </p:extLst>
          </p:nvPr>
        </p:nvGraphicFramePr>
        <p:xfrm>
          <a:off x="457200" y="1828800"/>
          <a:ext cx="111556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2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評估準則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 Limited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技術匹配（Node.js/Docker）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2.5／5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成本（越平越高）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穩定性（歷史＋規模）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私隱合規（PDPO經驗）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4／5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擴展性（長遠功能）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售後（SLA／支援）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3／5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5／5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總分（/30）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⑥ 評分明細解說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點解咁樣打分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技術匹配（Node.js／Docker）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YSK 明確支援 Node.js／React／Docker，5分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Visible One 主攻 WordPress/Laravel/Drupal，Node.js未明確宣傳，2.5分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Topone 主攻Windows伺服器／M365，無Node.js專長，2分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成本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Topone＋自建測試最平，5分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穩定性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Visible One 18年＋50-249人，5分；Topone 21年，4分；YSK新，3分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私隱合規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三間均有醫療／大企業經驗，各4分；但診所必須另簽NDA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擴展性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YSK 有私有LLM（AI升級路）、Visible One 有全套營銷，各5分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售後／SLA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 明確SLA（30分鐘-2小時回應），5分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總結：三間總分相近（22.5-23），關鍵在「技術匹配＋長遠路線」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⑦ 5年累計成本比較（表）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總擁有成本（TCO）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704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Visible One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YSK（標準）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Topone(5台)+測試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第1年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第2年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第3年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第4年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第5年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5年總計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~HK$240,000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HK$360,000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~HK$105,000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ROI 分析 —— 點解要投資呢個系統？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假設：診所靠電話／人手預約，每月流失 20 個病人（每個值 HK$800 初診）＝ 每月損失 HK$16,000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網上預約系統：減少流失 50%＝每月多賺 HK$8,000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＋WhatsApp提醒：減少「No-show」（失約）30%，每場空檔值錢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＋自動化行政：護士慳 5 小時/週（時薪 HK$120×4週×5h＝HK$2,400/月）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所以每月收益約 HK$10,000-15,000 vs 成本 $870-$6,000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Topone（$870/月）ROI ≈ 11-17倍 · YSK（$6,000/月）ROI ≈ 1.7-2.5倍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即係話：就算揀最貴嘅 YSK，系統都能自己「回本」，所以成本唔應該係唯一考慮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真正決定因素係：邊間能最穩地支援你「長遠技術路線」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最終推薦 —— 俾老細嘅結論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結合背景＋評分＋成本＋ROI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最適合 booking-aurora（診所預約）嘅係：YSK Limited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原因1：技術棧最Match（Node.js／React／Docker）→ 部署最順、Bug最快fix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原因2：包美國VPS＋20條技術支援/月 → 伺服器＋維護一齊搞掂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原因3：有私有LLM業務（年費$88,000起）→ 診所長遠做AI問診／智能排班唔使換公司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原因4：有醫療級NDA保密經驗（律師樓／醫療案例）→ 病人資料安全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JhengHei"/>
                <a:ea typeface="Microsoft JhengHei"/>
              </a:rPr>
              <a:t>▸ 次要考量：公司較新（2019），需留意合約寫明「源碼＋伺服器權限全歸你」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備選：如果老細重視「老字號＋一條龍營銷」→ 揀Visible One（18年，有醫療案例）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備選：如果只係想「最平＋本地IT支援」→ 揀Topone（21年，SLA明確）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決策時間線 —— 老細落決定用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跟住做，7日內搞掂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第1-2日：索取報價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YSK：ysk.hk 填表（講明Node.js＋Docker＋診所預約）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Visible One：visibleone.com/quotation 揀「網站維護＋DevOps」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Topone：topone.hk 申請2星期免費試用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第3-4日：篩選（問5條關鍵問題）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① 你哋有冇做過 Node.js＋Docker 項目？（要睇實例）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② 病人資料點樣加密備份＋離站存放？（PDPO）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③ 源碼同伺服器管理權限係咪100%歸我？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④ 出事幾耐回應？有冇SLA寫明？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8A4E"/>
                </a:solidFill>
                <a:latin typeface="Microsoft JhengHei"/>
                <a:ea typeface="Microsoft JhengHei"/>
              </a:rPr>
              <a:t>▸ ⑤ 長遠做AI／多分店，你哋支援到邊一步？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第5-6日：比價＋計5年總成本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4B4A"/>
                </a:solidFill>
                <a:latin typeface="Microsoft JhengHei"/>
                <a:ea typeface="Microsoft JhengHei"/>
              </a:rPr>
              <a:t>第7日：簽約（記得寫入：源碼歸屬＋SLA＋NDA＋數據所有者）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3821</Words>
  <Application>Microsoft Office PowerPoint</Application>
  <PresentationFormat>寬螢幕</PresentationFormat>
  <Paragraphs>643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cheuk951211@gmail.com</cp:lastModifiedBy>
  <cp:revision>1</cp:revision>
  <dcterms:created xsi:type="dcterms:W3CDTF">2013-01-27T09:14:16Z</dcterms:created>
  <dcterms:modified xsi:type="dcterms:W3CDTF">2026-08-31T15:16:42Z</dcterms:modified>
  <cp:category/>
</cp:coreProperties>
</file>