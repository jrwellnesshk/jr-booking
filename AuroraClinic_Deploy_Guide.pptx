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寶天醫館預約系統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E3DF"/>
                </a:solidFill>
                <a:latin typeface="Microsoft JhengHei"/>
                <a:ea typeface="Microsoft JhengHei"/>
              </a:rPr>
              <a:t>部署上線完整指南 · 逐 Part 教學
自訂網域 · 資料安全 · WhatsApp 通知 · 支付系統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8B4"/>
                </a:solidFill>
                <a:latin typeface="Microsoft JhengHei"/>
                <a:ea typeface="Microsoft JhengHei"/>
              </a:rPr>
              <a:t>寶天醫館預約系統 · 部署上線完整指南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目錄 — 呢份 Guide 講咩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上線流程總覽（一句講晒）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要唔要上 GitHub？（結論 + 點做）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採購清單（網域 / VPS / Twilio / Stripe）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10 步部署實戰（逐拍逐 part）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資料安全 &amp; 香港 PDPO 合規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上線前檢查表 + 常見排錯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上線流程總覽（一句講晒）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買網域 + 開 VPS（Docker 主機）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拎源碼到 VPS（GitHub clone 或直接上傳）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填 .env（密碼 / 密鑰 / 網域）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docker compose up → Caddy 自動簽 HTTPS 證書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接 Twilio（WhatsApp 通知）、Stripe（付款，可選）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設 DB 自動備份 + 監控 → 正式啟用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預計用時：半日至一日（視 Twilio / Stripe 公司驗證速度）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要唔要上 GitHub？（結論：要，用 Private Repo）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源碼版本控制：改錯可返轉頭、隨時 rollback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VPS 直接 `git clone` 拎最新碼，部署最方便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可加 CI 自動測試 / 自動 build Docker image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團隊協作、開 issue / 記錄改動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診所病人資料（DB）同 .env 絕對唔落 Git（已 gitignore）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建議：GitHub Private Repository — 得你同開發者睇到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唔使 GitHub 都用到（上傳 zip），但 GitHub 方便好多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採購清單（要買 / 要開嘅嘢）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網域 Domain — SITE_DOMAIN（Cloudflare / HKIRC，約 HK$80–250/年）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VPS 主機 — Ubuntu 22.04 + Docker（Hetzner / DigitalOcean，約 HK$40–80/月）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Cloudflare 帳戶 — 免費 DNS + TLS 友好（DNS-01 挑戰唔使開 80）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Gmail / Google Workspace — EMAIL_USER / EMAIL_PASS（預約通知 email）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Twilio — WhatsApp + SMS（要公司驗證，按用量計費）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Stripe — 付款，可選（無月費，按交易 % 抽）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詳細金額同採購順序見之前畀嘅《採購清單》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1 步：網域 + DNS（Cloudflare）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買網域，例如 booking.yourclinic.hk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Nameserver 指去 Cloudflare（免費）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加 A 記錄 → 指向 VPS 嘅 IP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Caddy 會自動向外簽 Let's Encrypt 證書（免費 + 自動續期）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想唔開 80 port？用 Cloudflare DNS-01 挑戰：設 CLOUDFLARE_API_TOKEN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SITE_DOMAIN=booking.yourclinic.hk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2 步：VPS 主機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開 VPS：Ubuntu 22.04，2GB RAM 起（診所低併發夠用）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裝 Docker + Docker Compose（官方一鍵腳本）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開 firewall（ufw）：allow 22 / 80 / 443，其他 deny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設時區 Asia/Hong_Kong（預約時間要準）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curl -fsSL https://get.docker.com | sh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sudo ufw allow 22,80,443/tcp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3 步：拎源碼到 VPS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方法 A（GitHub）：`git clone &lt;repo&gt;` 再 `cd booking-aurora`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方法 B（冇 Git）：scp / 上傳 zip 解壓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複製環境範本：`cp .env.example .env` 然後填寫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記住：.env 同 database.db 永遠唔 commit（已 gitignore）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Docker 部署已實際跑通驗證（login + 授權端點全 200）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4 步：填寫 .env（最重要！）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SESSION_SECRET：生成長亂碼（指令下面），生產必須設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ADMIN_PASSWORD：首次建庫時 admin 嘅密碼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SITE_DOMAIN=booking.yourclinic.hk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EMAIL_USER / EMAIL_PASS、TWILIO_*、STRIPE_*（冇就留空）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ALLOWED_ORIGINS=https://booking.yourclinic.hk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絕對唔好留 CAPTCHA_TEST_BYPASS=test999（呢行係後門！）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node -e "console.log(require('crypto').randomBytes(48).toString('base64url'))"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5 步：Docker 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一鍵起動（build + 後台跑）：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docker compose up -d --build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Caddy 反向代理 app:4000，自動 HTTPS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睇 log 確認無錯：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04B4A"/>
                </a:solidFill>
                <a:latin typeface="Consolas"/>
                <a:ea typeface="Consolas"/>
              </a:rPr>
              <a:t>docker compose logs app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首度部署前先 `rm -rf data`（app 會建全新 DB 同 admin）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第 6 步：HTTPS / TLS 證書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Caddy 自動向外簽 Let's Encrypt（免費，自動續期）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瀏覽器落 https://booking.yourclinic.hk 見到鎖頭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證書擺喺 caddy_data volume，唔使手動搞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如果攞唔到證書：檢查 80 port 開、DNS 已生效、SITE_DOMAIN 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資料安全 — 已做定要做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bcrypt 密碼加密、cookie httpOnly+Secure、JWT 簽名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CORS 白名單、login rate-limit 防暴破、SESSION_SECRET 漏設會拒絕啟動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✅ .env / DB 唔落 Git、trust proxy 已開（Caddy 後 IP 正確）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要做：DB 自動備份（每日 cp + 離站存放）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要做：清走 email.js 硬編碼 fallback a8006300@gmail.com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要做：路由唔好將內部錯誤訊息（SQL）漏畀客戶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⚠️ 私隱：log 唔好記病人電話 / 姓名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香港 PDPO 合規提醒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病人資料（姓名 / 電話 / 病歷）受《個人資料（私隱）條例》規管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收集要有明確目的、得當事人同意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保存要安全（加密備份、受控存取）、保留期要合理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建議：私隱政策頁、資料保留期設定、員工角色權限分隔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DB 備份都要加密 / 限制邊個睇到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7 步：WhatsApp 通知（Twilio）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開 Twilio 帳號（公司 email + 身份驗證）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買 Twilio 電話號（+852），開 WhatsApp Sender（Meta 商戶驗證）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填 TWILIO_ACCOUNT_SID / AUTH_TOKEN / PHONE_NUMBER / MESSAGING_SERVICE_SID / WHATSAPP_NUMBER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WHATSAPP_PROVIDER=twilio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後台「發送測試 WhatsApp」確認收到 → 預約 / 改期 / 提醒都會推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第 8 步：支付系統（Stripe，可選）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開 Stripe 帳號（公司實體 + 香港銀行戶口）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拎 Secret Key，設 Product / Price（月 / 季 / 年）→ 填 STRIPE_PRICE_*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部署後設 Webhook：https://網域/api/stripe/webhook，拎 Webhook Secret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唔設 Stripe → 付款功能自動停用，其餘功能正常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無月費，按交易 % 抽；啟用前記得測試模式先試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上線前檢查表（Go-Live Checklist）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網域指向 VPS，HTTPS 鎖頭出現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.env 無 CAPTCHA_TEST_BYPASS、SESSION_SECRET 已設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admin 首次登入改密碼（must_change_password）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Twilio 測試 WhatsApp 收到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（如需付款）Stripe webhook 收得到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DB 自動備份設定好 + 試過還原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☐ 員工帳號建立、角色權限核對（B/A 分隔）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常見問題 / 排錯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登入 500？檢查 trust proxy（已修）、.env 有冇壞字元 / 漏 SESSION_SECRET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DB 開唔到？Docker 要用 ./data 目錄 volume，唔好 bind 單一 database.db 檔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Caddy 攞唔到證書？檢查 80 port 開、DNS 已生效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WhatsApp 收唔到？查 Twilio 餘額 / WhatsApp 商戶狀態 / 號碼格式 +852...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2B2A"/>
                </a:solidFill>
                <a:latin typeface="Microsoft JhengHei"/>
                <a:ea typeface="Microsoft JhengHei"/>
              </a:rPr>
              <a:t>▸ Email 收唔到？查 Gmail App Password、2FA 有冇開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E3DF"/>
                </a:solidFill>
                <a:latin typeface="Microsoft JhengHei"/>
                <a:ea typeface="Microsoft JhengHei"/>
              </a:rPr>
              <a:t>SQLite 先上 · Docker+Caddy 一鍵部署已驗證 OK
建議上 GitHub Private Repo 方便維護
重點：資料安全（備份 + PDPO）+ 清走後門/硬編碼
下一步：買網域 → 開 VPS → 跟呢份 Guide 逐步做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8B4"/>
                </a:solidFill>
                <a:latin typeface="Microsoft JhengHei"/>
                <a:ea typeface="Microsoft JhengHei"/>
              </a:rPr>
              <a:t>寶天醫館預約系統 · 部署上線完整指南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