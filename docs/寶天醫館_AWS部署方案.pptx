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寶天醫館智能預約系統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AWS 雲端部署方案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從零開始，手拖手教你部署上線 + 手機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</a:defRPr>
            </a:pPr>
            <a:r>
              <a:t>涵蓋：Web 網站 | PWA 手機版 | iOS App | Android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2026 年 9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寶天醫館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今日議程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項目概述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系統功能同技術棧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部署架構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AWS 雲端架構圖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手機 App 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77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PWA + 原生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部署步驟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10 步完成部署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安全措施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97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6 層防護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4592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App 上架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App Store + Google Play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60604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成本預算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免費層級 vs 付費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56616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時間表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977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7 週部署計劃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52628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風險預警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常見陷阱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486400"/>
            <a:ext cx="50292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897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行動計劃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🏢 項目概述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中醫診所預約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寶天醫館智能預約系統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5 個角色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訪客 / 會員 / 家庭 / 員工 / 醫師 / 管理員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完整功能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預約 / 付款 / 醫療記錄 / HR管理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技術棧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Node.js + Express + Vue 3 + SQLite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114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Docker 容器化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Caddy + Node.js + SQLite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手機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PWA + React Native (iOS/Android)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☁️ 為什麼選 AWS？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穩定性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全球 99.99% 可用性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安全性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企業級安全防護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</a:defRPr>
            </a:pPr>
            <a:r>
              <a:t>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新用戶 12 個月免費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擴展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隨時升級配置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114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備份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自動備份同災難恢復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全球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多區域可用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🏗️ 部署架構圖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2286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173736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📱 手機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743200"/>
            <a:ext cx="2286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283464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🌐 PWA 網頁版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43200"/>
            <a:ext cx="2286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283464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💻 瀏覽器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840480"/>
            <a:ext cx="2286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93192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</a:defRPr>
            </a:pPr>
            <a:r>
              <a:t>☁️ Route 53 (DNS)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754880"/>
            <a:ext cx="22860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4846320"/>
            <a:ext cx="21031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🖥️ EC2 (Ubuntu)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5486400"/>
            <a:ext cx="1828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5577840"/>
            <a:ext cx="16459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🔒 Caddy :443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486400"/>
            <a:ext cx="22860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577840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⚙️ Node.js :4000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486400"/>
            <a:ext cx="182880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5577840"/>
            <a:ext cx="16459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💾 SQLite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所有平台 → 同一個 EC2 IP:443 → 同一個 Node.js API → 同一個 SQLite 數據庫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📱 手機 App 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開發時間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推送通知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上架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推薦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PWA（推薦先做）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1-2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免費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有限制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唔需要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初期用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2-4 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免費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完整支援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需要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之後再做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混合方案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4-6 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免費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完整支援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需要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最終方案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</a:defRPr>
            </a:pPr>
            <a:r>
              <a:t>💡 建議：先做 PWA（即時上線），再開發原生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PWA 手機網頁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用戶手機瀏覽器訪問</a:t>
            </a:r>
            <a:br/>
            <a:r>
              <a:t>添加到主屏幕即變 App</a:t>
            </a:r>
            <a:br/>
            <a:r>
              <a:t>即時上線，唔使審核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457200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iOS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1206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App Store 上架</a:t>
            </a:r>
            <a:br/>
            <a:r>
              <a:t>$99/年</a:t>
            </a:r>
            <a:br/>
            <a:r>
              <a:t>推送通知 + 離線使用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57200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Android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1206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Google Play 上架</a:t>
            </a:r>
            <a:br/>
            <a:r>
              <a:t>$25 一次性</a:t>
            </a:r>
            <a:br/>
            <a:r>
              <a:t>推送通知 + 離線使用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📲 PWA 手機網頁版部署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建立 manifest.json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App 配置文件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建立 sw.js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Service Worker 離線緩存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在 index.html 加入引用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連接 manifest 同 sw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部署到 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git push + docker compose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手機測試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添加到主屏幕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⚡ PWA 優點：免費、即時上線、自動更新、唔使 App Store 審核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🤖 React Native 原生 App 開發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1801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Web 版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App 版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訪客預約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會員登入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+ 生物認證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預約提醒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電郵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推送通知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醫療記錄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離線使用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推送通知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有限制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📱 App 上架流程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🍎 iOS App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1. Apple 開發者帳號 $99/年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2. App Store Connect 建立記錄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3. EAS Build 構建 App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4. 提交審核（1-3 日）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5. 上架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🤖 Google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754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1. Google 開發者帳號 $25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2. Google Play Console 建立記錄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3. EAS Build 構建 App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4. 提交審核（1-3 日）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5. 上架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🚀 AWS 部署 10 步曲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5 分鐘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設定 VPC 網絡安全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783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60604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連接伺服器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5 分鐘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03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56616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703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15 分鐘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2628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配置域名 HTTPS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20 分鐘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52628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366F1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4617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設定自動備份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15 分鐘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40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577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設定監控告警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5486400"/>
            <a:ext cx="530352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5577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15 分鐘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CC15"/>
                </a:solidFill>
              </a:defRPr>
            </a:pPr>
            <a:r>
              <a:t>⏱️ 總時間：約 2 小時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🔐 6 層安全防護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網絡層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VPC + 安全組 + 防火牆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傳輸層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HTTPS + TLS 1.3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應用層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JWT + bcrypt + Rate Limiting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數據層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7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SQLite 加密 + S3 備份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069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754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</a:defRPr>
            </a:pPr>
            <a:r>
              <a:t>訪問層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21207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SSH 金鑰 + 最小權限原則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383280" cy="1920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69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754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監控層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7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CloudWatch + 健康檢查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成本預算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1801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服務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免費層級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超出後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EC2 t3.micro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 (750 hrs)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$7.60/月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EBS 20GB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 (30GB)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$1.60/月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Data Transfer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 (100GB)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$0.90/月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Route 53 DNS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S3 備份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 (5GB)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~$0.52/月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~$10.62/月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645920"/>
          <a:ext cx="5212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App 項目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費用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PWA 手機網頁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免費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iOS App 上架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$99/年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Android App 上架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$25 一次性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React Native 開發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免費 (Expo)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推送通知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免費 (100萬次/月)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75488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📊 總成本估算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首年：AWS $6 + iOS $99 + Android $25 + 域名 $12 = ~$142 (約 HK$1,110)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之後每年：AWS $127 + iOS $99 + 域名 $12 = ~$238 (約 HK$1,860)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</a:defRPr>
            </a:pPr>
            <a:r>
              <a:t>💡 建議：先用免費方案（PWA），之後再考慮原生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📅 部署時間表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第 1 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建立 AWS 帳戶 + 購買域名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 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第 2 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部署系統 + 配置 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 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第 3 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設定備份 + 監控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 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第 4 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安全加固 + 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 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第 5 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PWA 手機網頁版上線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 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749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第 6 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1663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原生 App 開發 + 上架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166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2-4 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2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521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第 7 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8521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全平台測試 + 正式上線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852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</a:defRPr>
            </a:pPr>
            <a:r>
              <a:t>1 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⚠️ 風險預警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意外費用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影響：AWS 按使用量收費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預防：設定預算告警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資料遺失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影響：EC2 實例被 terminate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預防：定期備份到 S3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安全漏洞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影響：SSH 開放俾所有人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預防：跟隨安全加固步驟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20040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</a:defRPr>
            </a:pPr>
            <a:r>
              <a:t>.pem 遺失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影響：無法登入伺服器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預防：妥善保管，備份多份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CAPTCHA 後門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影響：test999 關閉驗證碼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23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預防：生產環境必須刪除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754880"/>
            <a:ext cx="53035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密碼外洩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影響：.env 被上傳到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623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預防：確認 .gitignore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安全檢查清單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🔴 嚴重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.env 沒有 CAPTCHA_TEST_BYPASS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SESSION_SECRET 已設定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ADMIN_PASSWORD 強密碼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SSH 禁止 root 登入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🟡 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S3 備份已設定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自動備份腳本已運行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14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CloudWatch 告警已建立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029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域名 DNS 已指向 EC2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🟢 建議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Docker 鏡像已優化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Gzip 壓縮已啟用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114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PWA manifest.json 已設定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029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☐ App Store 審核已通過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成功指標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網站可通過 HTTPS 正常訪問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PWA 手機網頁版可添加到主屏幕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所有 5 個角色功能正常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603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電郵通知正常發送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118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每日自動備份成功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4747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118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97316"/>
                </a:solidFill>
              </a:defRPr>
            </a:pPr>
            <a:r>
              <a:t>監控告警正常運作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安全檢查全部通過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3891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480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CC15"/>
                </a:solidFill>
              </a:defRPr>
            </a:pPr>
            <a:r>
              <a:t>月費控制在 $10 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40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</a:defRPr>
            </a:pPr>
            <a:r>
              <a:t>iOS App 通過審核上架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5303520"/>
            <a:ext cx="530352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Android App 通過審核上架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➡️ 下一步行動計劃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226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優先級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任務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預計時間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完成 AWS 部署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購買域名 + 設定 DNS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安全加固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半天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PWA 手機網頁版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設定 WhatsApp 通知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設定 Stripe 付款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React Native App 開發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2-4 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App Store 上架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Google Play 上架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監控告警優化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半天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❓ 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有任何問題嗎？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• 部署相關問題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• 安全相關問題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• 成本相關問題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• App 開發相關問題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• 功能相關問題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🙏 多謝！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366F1"/>
                </a:solidFill>
              </a:defRPr>
            </a:pPr>
            <a:r>
              <a:t>寶天醫館智能預約系統 — AWS 雲端部署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YouTube | GitHub | 電郵支持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