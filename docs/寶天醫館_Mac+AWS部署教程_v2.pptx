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 Fung Chan" userId="a5da67ef301a9997" providerId="LiveId" clId="{CDEAE2D2-8664-4EF7-8507-5F5EB2725EA6}"/>
    <pc:docChg chg="undo custSel modSld">
      <pc:chgData name="Cheuk Fung Chan" userId="a5da67ef301a9997" providerId="LiveId" clId="{CDEAE2D2-8664-4EF7-8507-5F5EB2725EA6}" dt="2026-09-04T14:10:31.917" v="39" actId="1076"/>
      <pc:docMkLst>
        <pc:docMk/>
      </pc:docMkLst>
      <pc:sldChg chg="modSp mod">
        <pc:chgData name="Cheuk Fung Chan" userId="a5da67ef301a9997" providerId="LiveId" clId="{CDEAE2D2-8664-4EF7-8507-5F5EB2725EA6}" dt="2026-09-04T14:10:31.917" v="39" actId="1076"/>
        <pc:sldMkLst>
          <pc:docMk/>
          <pc:sldMk cId="0" sldId="259"/>
        </pc:sldMkLst>
        <pc:spChg chg="mod">
          <ac:chgData name="Cheuk Fung Chan" userId="a5da67ef301a9997" providerId="LiveId" clId="{CDEAE2D2-8664-4EF7-8507-5F5EB2725EA6}" dt="2026-09-04T14:10:31.917" v="3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10:19.878" v="37" actId="1076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10:12.799" v="36" actId="1076"/>
        <pc:sldMkLst>
          <pc:docMk/>
          <pc:sldMk cId="0" sldId="260"/>
        </pc:sldMkLst>
        <pc:spChg chg="mod">
          <ac:chgData name="Cheuk Fung Chan" userId="a5da67ef301a9997" providerId="LiveId" clId="{CDEAE2D2-8664-4EF7-8507-5F5EB2725EA6}" dt="2026-09-04T14:10:12.799" v="3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10:06.162" v="34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10:09.087" v="35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10:02.324" v="33" actId="14100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09:49.872" v="32" actId="14100"/>
        <pc:sldMkLst>
          <pc:docMk/>
          <pc:sldMk cId="0" sldId="263"/>
        </pc:sldMkLst>
        <pc:spChg chg="mod">
          <ac:chgData name="Cheuk Fung Chan" userId="a5da67ef301a9997" providerId="LiveId" clId="{CDEAE2D2-8664-4EF7-8507-5F5EB2725EA6}" dt="2026-09-04T14:09:49.872" v="32" actId="14100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09:36.157" v="30" actId="1076"/>
        <pc:sldMkLst>
          <pc:docMk/>
          <pc:sldMk cId="0" sldId="264"/>
        </pc:sldMkLst>
        <pc:spChg chg="mod">
          <ac:chgData name="Cheuk Fung Chan" userId="a5da67ef301a9997" providerId="LiveId" clId="{CDEAE2D2-8664-4EF7-8507-5F5EB2725EA6}" dt="2026-09-04T14:09:36.157" v="30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09:03.758" v="22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08:58.221" v="20" actId="14100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08:19.208" v="13" actId="20577"/>
        <pc:sldMkLst>
          <pc:docMk/>
          <pc:sldMk cId="0" sldId="265"/>
        </pc:sldMkLst>
        <pc:spChg chg="mod">
          <ac:chgData name="Cheuk Fung Chan" userId="a5da67ef301a9997" providerId="LiveId" clId="{CDEAE2D2-8664-4EF7-8507-5F5EB2725EA6}" dt="2026-09-04T14:08:19.208" v="13" actId="20577"/>
          <ac:spMkLst>
            <pc:docMk/>
            <pc:sldMk cId="0" sldId="265"/>
            <ac:spMk id="11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07:27.312" v="1" actId="1076"/>
        <pc:sldMkLst>
          <pc:docMk/>
          <pc:sldMk cId="0" sldId="267"/>
        </pc:sldMkLst>
        <pc:spChg chg="mod">
          <ac:chgData name="Cheuk Fung Chan" userId="a5da67ef301a9997" providerId="LiveId" clId="{CDEAE2D2-8664-4EF7-8507-5F5EB2725EA6}" dt="2026-09-04T14:07:27.312" v="1" actId="1076"/>
          <ac:spMkLst>
            <pc:docMk/>
            <pc:sldMk cId="0" sldId="267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🍎 Mac 機 + AWS 雲端部署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寶天醫館智能預約系統 — 完整教程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Mac Terminal 原生支援 SSH + Linux 命令，部署更簡單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MacBook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AWS EC2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19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HTTPS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PWA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2026 年 9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🍎 點解 Mac 機更好？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438912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🪟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🍎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勝出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SSH 連接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PowerShell / PuTTY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Terminal 原生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9424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Linux 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95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部分唔兼容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95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100% 兼容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295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79776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25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25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較慢 (Hyper-V)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25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更快更穩定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825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10128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文件權限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icacls (複雜)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chmod (簡單)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355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ergus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開發環境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額外安裝設定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開箱即用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70831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4165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穩定性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4165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偶爾更新重啟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165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更穩定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41655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ergus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01183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9469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價格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較平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較貴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9469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31536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4772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遊戲支援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4772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完整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772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幾乎冇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54772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💡 結論：Mac Terminal 同 AWS Linux 伺服器幾乎一樣，學一次就識兩個平台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🍎 Mac 部署 10 步曲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設定 VPC 網絡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244144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37960" y="244144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Mac Terminal 連接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3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349300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37960" y="349300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94360" y="454456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域名 +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20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37960" y="4544568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自動備份 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94360" y="5596127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監控告警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537960" y="5596127"/>
            <a:ext cx="4572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F4444"/>
                </a:solidFill>
              </a:defRPr>
            </a:pPr>
            <a: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6400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ACC16"/>
                </a:solidFill>
              </a:defRPr>
            </a:pPr>
            <a:r>
              <a:t>⏱️ 總時間：約 2 小時（Mac Terminal 比 Windows 快 30%）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 預備工作 — 打開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zsh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90890"/>
            <a:ext cx="973807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rPr dirty="0"/>
              <a:t># Mac Terminal </a:t>
            </a:r>
            <a:r>
              <a:rPr dirty="0" err="1"/>
              <a:t>就係你嘅部署工具</a:t>
            </a: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rPr dirty="0"/>
              <a:t># </a:t>
            </a:r>
            <a:r>
              <a:rPr dirty="0" err="1"/>
              <a:t>打開方式：Spotlight</a:t>
            </a:r>
            <a:r>
              <a:rPr dirty="0"/>
              <a:t> </a:t>
            </a:r>
            <a:r>
              <a:rPr dirty="0" err="1"/>
              <a:t>搜尋</a:t>
            </a:r>
            <a:r>
              <a:rPr dirty="0"/>
              <a:t> Terminal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rPr dirty="0"/>
              <a:t>$ which ssh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rPr dirty="0"/>
              <a:t>/</a:t>
            </a:r>
            <a:r>
              <a:rPr dirty="0" err="1"/>
              <a:t>usr</a:t>
            </a:r>
            <a:r>
              <a:rPr dirty="0"/>
              <a:t>/bin/ssh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rPr dirty="0"/>
              <a:t>$ which git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rPr dirty="0"/>
              <a:t>/</a:t>
            </a:r>
            <a:r>
              <a:rPr dirty="0" err="1"/>
              <a:t>usr</a:t>
            </a:r>
            <a:r>
              <a:rPr dirty="0"/>
              <a:t>/bin/git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rPr dirty="0"/>
              <a:t>$ which docker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rPr dirty="0"/>
              <a:t>/</a:t>
            </a:r>
            <a:r>
              <a:rPr dirty="0" err="1"/>
              <a:t>usr</a:t>
            </a:r>
            <a:r>
              <a:rPr dirty="0"/>
              <a:t>/local/bin/docker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sw_vers</a:t>
            </a: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ProductName:    macOS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 err="1"/>
              <a:t>ProductVersion</a:t>
            </a:r>
            <a:r>
              <a:rPr dirty="0"/>
              <a:t>: 15.0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rPr dirty="0"/>
              <a:t># ✅ Mac </a:t>
            </a:r>
            <a:r>
              <a:rPr dirty="0" err="1"/>
              <a:t>預裝了</a:t>
            </a:r>
            <a:r>
              <a:rPr dirty="0"/>
              <a:t> </a:t>
            </a:r>
            <a:r>
              <a:rPr dirty="0" err="1"/>
              <a:t>SSH、Git</a:t>
            </a: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rPr dirty="0"/>
              <a:t># ✅ Docker </a:t>
            </a:r>
            <a:r>
              <a:rPr dirty="0" err="1"/>
              <a:t>需要額外安裝（之後教你</a:t>
            </a:r>
            <a:r>
              <a:rPr dirty="0"/>
              <a:t>）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rPr dirty="0"/>
              <a:t># ✅ </a:t>
            </a:r>
            <a:r>
              <a:rPr dirty="0" err="1"/>
              <a:t>所有</a:t>
            </a:r>
            <a:r>
              <a:rPr dirty="0"/>
              <a:t> Linux </a:t>
            </a:r>
            <a:r>
              <a:rPr dirty="0" err="1"/>
              <a:t>命令直接可用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65760" y="5417820"/>
            <a:ext cx="5029200" cy="11887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🍎 Mac Terminal 開啟方式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4A3B8"/>
                </a:solidFill>
              </a:defRPr>
            </a:pPr>
            <a:r>
              <a:t>① Cmd + Space → 輸入 Terminal → Enter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② 應用程式 → 工具程式 → Terminal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③ Finder → 前往 → 工具程式 →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5303520"/>
            <a:ext cx="5943600" cy="1188720"/>
          </a:xfrm>
          <a:prstGeom prst="roundRect">
            <a:avLst/>
          </a:prstGeom>
          <a:solidFill>
            <a:srgbClr val="1A1A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⚡ Mac 嘅好處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SSH 原生支援，唔使裝 PuTTY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所有 Linux 命令直接可用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文件權限 chmod 同伺服器一樣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232F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☁ amazon web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2438" y="1371600"/>
            <a:ext cx="11247120" cy="53035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The world's most comprehensive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and broadly adopted cloud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00400"/>
            <a:ext cx="393192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3246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Create an AWS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4210" y="2011680"/>
            <a:ext cx="4045789" cy="402336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rPr dirty="0"/>
              <a:t>✅ </a:t>
            </a:r>
            <a:r>
              <a:rPr dirty="0" err="1"/>
              <a:t>註冊步驟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573992" y="2240280"/>
            <a:ext cx="3673128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rPr dirty="0"/>
              <a:t>① 去 aws.amazon.com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② </a:t>
            </a:r>
            <a:r>
              <a:rPr dirty="0" err="1"/>
              <a:t>點擊</a:t>
            </a:r>
            <a:r>
              <a:rPr dirty="0"/>
              <a:t> Create an AWS Account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③ </a:t>
            </a:r>
            <a:r>
              <a:rPr dirty="0" err="1"/>
              <a:t>填寫</a:t>
            </a:r>
            <a:r>
              <a:rPr dirty="0"/>
              <a:t> Email + </a:t>
            </a:r>
            <a:r>
              <a:rPr dirty="0" err="1"/>
              <a:t>密碼</a:t>
            </a:r>
            <a:r>
              <a:rPr dirty="0"/>
              <a:t> + </a:t>
            </a:r>
            <a:r>
              <a:rPr dirty="0" err="1"/>
              <a:t>帳號名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④ </a:t>
            </a:r>
            <a:r>
              <a:rPr dirty="0" err="1"/>
              <a:t>選擇</a:t>
            </a:r>
            <a:r>
              <a:rPr dirty="0"/>
              <a:t> </a:t>
            </a:r>
            <a:r>
              <a:rPr dirty="0" err="1"/>
              <a:t>Personal（個人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⑤ </a:t>
            </a:r>
            <a:r>
              <a:rPr dirty="0" err="1"/>
              <a:t>填寫聯絡資料（英文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⑥ </a:t>
            </a:r>
            <a:r>
              <a:rPr dirty="0" err="1"/>
              <a:t>輸入信用卡（免費唔扣錢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⑦ </a:t>
            </a:r>
            <a:r>
              <a:rPr dirty="0" err="1"/>
              <a:t>手機</a:t>
            </a:r>
            <a:r>
              <a:rPr dirty="0"/>
              <a:t> SMS </a:t>
            </a:r>
            <a:r>
              <a:rPr dirty="0" err="1"/>
              <a:t>驗證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⑧ 揀 Basic </a:t>
            </a:r>
            <a:r>
              <a:rPr dirty="0" err="1"/>
              <a:t>Support（免費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</a:defRPr>
            </a:pPr>
            <a:r>
              <a:rPr dirty="0"/>
              <a:t>⚠️ </a:t>
            </a:r>
            <a:r>
              <a:rPr dirty="0" err="1"/>
              <a:t>之後要設預算告警</a:t>
            </a:r>
            <a:r>
              <a:rPr dirty="0"/>
              <a:t>：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  Budgets → $10 USD </a:t>
            </a:r>
            <a:r>
              <a:rPr dirty="0" err="1"/>
              <a:t>月費上限</a:t>
            </a:r>
            <a:endParaRPr dirty="0"/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防止意外扣費</a:t>
            </a:r>
            <a:r>
              <a:rPr dirty="0"/>
              <a:t>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VPC 網絡安全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VPC &gt; Create VPC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22960"/>
            <a:ext cx="64008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Create VPC — 填寫以下內容：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 tag: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371600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380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47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IPv4 CIDR: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1847088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8562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10.0.0.0/16（保持預設）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22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Public subnets: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322576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1（保持預設）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Private subnets: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798064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0 ← 改成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73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NAT gateways: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273552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3282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None ← 最平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 endpoints: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749039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0" y="37581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24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DNS hostnames: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4224528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0" y="4233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☑️ 勾選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DNS resolution: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700016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☑️ 勾選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30352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0" y="5330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Create VPC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822960"/>
            <a:ext cx="45720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🛡️ Security Group 設定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potin-web-sg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Description: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Web server for Potin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Inbound Rules：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3200400"/>
            <a:ext cx="10972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0920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</a:defRPr>
            </a:pPr>
            <a:r>
              <a:t>My IP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3611880"/>
            <a:ext cx="1097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60920" y="3611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0.0.0.0/0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0" y="4023360"/>
            <a:ext cx="1097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60920" y="4023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443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0.0.0.0/0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4754880"/>
            <a:ext cx="4114800" cy="16459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🚨 SSH 安全警告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5212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4A3B8"/>
                </a:solidFill>
              </a:defRPr>
            </a:pPr>
            <a:r>
              <a:t>Port 22 嘅 Source 千祈唔好用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0.0.0.0/0！一定要用 My IP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只允許你部 Mac 連接伺服器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EC2 &gt; Launch an instance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Launch an instance — 每一個欄位點樣填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371600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1380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potin-web-server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自己起個名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47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AMI: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847088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18562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Ubuntu Server 22.04 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Free tier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3225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Instance type: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2322576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6032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t3.micro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22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免費層級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98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Key pair: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798064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Create new → potin-key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798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RSA + .pem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73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3273552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0" y="3282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potin-vpc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73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你剛建嘅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Subnet: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3749039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0" y="37581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Public subnet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公有子網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224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Public IP: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224528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0320" y="4233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Enable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必須！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00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Security: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4700016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60320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potin-web-sg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你剛建嘅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175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Storage: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5175504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60320" y="5184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20 GB gp3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75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足夠用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760720"/>
            <a:ext cx="27432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0" y="5788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Launch instance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 Launch instance！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1371600"/>
            <a:ext cx="4389120" cy="2286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79" y="1463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🔑 Key Pair 設定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Type: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Format: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.pem（Mac 用呢個）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3840480"/>
            <a:ext cx="4389120" cy="2560320"/>
          </a:xfrm>
          <a:prstGeom prst="roundRect">
            <a:avLst/>
          </a:prstGeom>
          <a:solidFill>
            <a:srgbClr val="2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79" y="3931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6"/>
                </a:solidFill>
              </a:defRPr>
            </a:pPr>
            <a:r>
              <a:t>⚠️ .pem 文件會自動下載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29768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下載到 ~/Downloads/potin-key.pem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Mac 要設權限：</a:t>
            </a:r>
          </a:p>
          <a:p>
            <a:pPr>
              <a:spcAft>
                <a:spcPts val="300"/>
              </a:spcAft>
              <a:defRPr sz="1200" b="1">
                <a:solidFill>
                  <a:srgbClr val="94A3B8"/>
                </a:solidFill>
              </a:defRPr>
            </a:pPr>
            <a:r>
              <a:t>  chmod 400 ~/Downloads/potin-key.pem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94A3B8"/>
                </a:solidFill>
              </a:defRPr>
            </a:pPr>
            <a:r>
              <a:t>之後要記低 Public IP！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 例如：54.123.45.67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 Terminal 連接伺服器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SSH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① 去到 .pem 文件目錄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cd Downloads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② 設定 .pem 權限（Mac 必須！）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chmod 400 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③ 連接伺服器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ssh -i potin-key.pem ubuntu@54.123.45.67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The authenticity of host '54.123.45.67' can't be established.</a:t>
            </a:r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ECDSA key fingerprint is SHA256:xxxxxx...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Are you sure you want to continue connecting (yes/no)? yes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Warning: Permanently added '54.123.45.67' to known hosts.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Welcome to Ubuntu 22.04.5 LTS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Last login: Thu Sep  4 10:00:00 2026 from 192.168.1.100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ubuntu@ip-10-0-1-123:~$ _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# ✅ 成功連接！你而家喺 AWS 伺服器入面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9120" y="5417820"/>
            <a:ext cx="11247120" cy="93726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rPr dirty="0"/>
              <a:t>✅ Mac SSH </a:t>
            </a:r>
            <a:r>
              <a:rPr dirty="0" err="1"/>
              <a:t>連接成功！比</a:t>
            </a:r>
            <a:r>
              <a:rPr dirty="0"/>
              <a:t> Windows </a:t>
            </a:r>
            <a:r>
              <a:rPr dirty="0" err="1"/>
              <a:t>簡單</a:t>
            </a:r>
            <a:r>
              <a:rPr dirty="0"/>
              <a:t>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</a:defRPr>
            </a:pPr>
            <a:r>
              <a:t>Mac：chmod 400 key.pem → ssh -i key.pem user@ip    (2 個命令)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Windows：要開 PowerShell → cd Downloads → ssh -i key.pem user@ip    (3 個命令)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Install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85076"/>
            <a:ext cx="10744200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① </a:t>
            </a:r>
            <a:r>
              <a:rPr dirty="0" err="1"/>
              <a:t>更新系統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apt update &amp;&amp; </a:t>
            </a:r>
            <a:r>
              <a:rPr dirty="0" err="1"/>
              <a:t>sudo</a:t>
            </a:r>
            <a:r>
              <a:rPr dirty="0"/>
              <a:t> apt upgrade -y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② </a:t>
            </a:r>
            <a:r>
              <a:rPr dirty="0" err="1"/>
              <a:t>安裝</a:t>
            </a:r>
            <a:r>
              <a:rPr dirty="0"/>
              <a:t> Docker </a:t>
            </a:r>
            <a:r>
              <a:rPr dirty="0" err="1"/>
              <a:t>工具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apt install -y ca-certificates curl </a:t>
            </a:r>
            <a:r>
              <a:rPr dirty="0" err="1"/>
              <a:t>gnupg</a:t>
            </a:r>
            <a:r>
              <a:rPr dirty="0"/>
              <a:t> </a:t>
            </a:r>
            <a:r>
              <a:rPr dirty="0" err="1"/>
              <a:t>lsb</a:t>
            </a:r>
            <a:r>
              <a:rPr dirty="0"/>
              <a:t>-release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③ </a:t>
            </a:r>
            <a:r>
              <a:rPr dirty="0" err="1"/>
              <a:t>添加</a:t>
            </a:r>
            <a:r>
              <a:rPr dirty="0"/>
              <a:t> Docker GPG key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etc</a:t>
            </a:r>
            <a:r>
              <a:rPr dirty="0"/>
              <a:t>/apt/keyrings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curl -</a:t>
            </a:r>
            <a:r>
              <a:rPr dirty="0" err="1"/>
              <a:t>fsSL</a:t>
            </a:r>
            <a:r>
              <a:rPr dirty="0"/>
              <a:t> https://download.docker.com/linux/ubuntu/gpg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  |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gpg</a:t>
            </a:r>
            <a:r>
              <a:rPr dirty="0"/>
              <a:t> --</a:t>
            </a:r>
            <a:r>
              <a:rPr dirty="0" err="1"/>
              <a:t>dearmor</a:t>
            </a:r>
            <a:r>
              <a:rPr dirty="0"/>
              <a:t> -o /</a:t>
            </a:r>
            <a:r>
              <a:rPr dirty="0" err="1"/>
              <a:t>etc</a:t>
            </a:r>
            <a:r>
              <a:rPr dirty="0"/>
              <a:t>/apt/keyrings/</a:t>
            </a:r>
            <a:r>
              <a:rPr dirty="0" err="1"/>
              <a:t>docker.gpg</a:t>
            </a: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④ </a:t>
            </a:r>
            <a:r>
              <a:rPr dirty="0" err="1"/>
              <a:t>設置</a:t>
            </a:r>
            <a:r>
              <a:rPr dirty="0"/>
              <a:t> Docker </a:t>
            </a:r>
            <a:r>
              <a:rPr dirty="0" err="1"/>
              <a:t>倉庫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echo "deb [arch=amd64 signed-by=/</a:t>
            </a:r>
            <a:r>
              <a:rPr dirty="0" err="1"/>
              <a:t>etc</a:t>
            </a:r>
            <a:r>
              <a:rPr dirty="0"/>
              <a:t>/apt/keyrings/</a:t>
            </a:r>
            <a:r>
              <a:rPr dirty="0" err="1"/>
              <a:t>docker.gpg</a:t>
            </a:r>
            <a:r>
              <a:rPr dirty="0"/>
              <a:t>]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  https://download.docker.com/linux/ubuntu </a:t>
            </a:r>
            <a:r>
              <a:rPr dirty="0" err="1"/>
              <a:t>jammy</a:t>
            </a:r>
            <a:r>
              <a:rPr dirty="0"/>
              <a:t> stable" |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  </a:t>
            </a:r>
            <a:r>
              <a:rPr dirty="0" err="1"/>
              <a:t>sudo</a:t>
            </a:r>
            <a:r>
              <a:rPr dirty="0"/>
              <a:t> tee /</a:t>
            </a:r>
            <a:r>
              <a:rPr dirty="0" err="1"/>
              <a:t>etc</a:t>
            </a:r>
            <a:r>
              <a:rPr dirty="0"/>
              <a:t>/apt/</a:t>
            </a:r>
            <a:r>
              <a:rPr dirty="0" err="1"/>
              <a:t>sources.list.d</a:t>
            </a:r>
            <a:r>
              <a:rPr dirty="0"/>
              <a:t>/</a:t>
            </a:r>
            <a:r>
              <a:rPr dirty="0" err="1"/>
              <a:t>docker.list</a:t>
            </a:r>
            <a:r>
              <a:rPr dirty="0"/>
              <a:t> &gt; /dev/null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⑤ </a:t>
            </a:r>
            <a:r>
              <a:rPr dirty="0" err="1"/>
              <a:t>安裝</a:t>
            </a:r>
            <a:r>
              <a:rPr dirty="0"/>
              <a:t> Docker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apt update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apt install -y docker-</a:t>
            </a:r>
            <a:r>
              <a:rPr dirty="0" err="1"/>
              <a:t>ce</a:t>
            </a:r>
            <a:r>
              <a:rPr dirty="0"/>
              <a:t> docker-</a:t>
            </a:r>
            <a:r>
              <a:rPr dirty="0" err="1"/>
              <a:t>ce</a:t>
            </a:r>
            <a:r>
              <a:rPr dirty="0"/>
              <a:t>-cli containerd.io docker-compose-plugin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⑥ </a:t>
            </a:r>
            <a:r>
              <a:rPr dirty="0" err="1"/>
              <a:t>加入</a:t>
            </a:r>
            <a:r>
              <a:rPr dirty="0"/>
              <a:t> docker </a:t>
            </a:r>
            <a:r>
              <a:rPr dirty="0" err="1"/>
              <a:t>群組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 -</a:t>
            </a:r>
            <a:r>
              <a:rPr dirty="0" err="1"/>
              <a:t>aG</a:t>
            </a:r>
            <a:r>
              <a:rPr dirty="0"/>
              <a:t> docker $USER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newgrp</a:t>
            </a:r>
            <a:r>
              <a:rPr dirty="0"/>
              <a:t> docker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rPr dirty="0"/>
              <a:t># ⑦ </a:t>
            </a:r>
            <a:r>
              <a:rPr dirty="0" err="1"/>
              <a:t>驗證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docker --version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rPr dirty="0"/>
              <a:t>Docker version 24.0.7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rPr dirty="0"/>
              <a:t>$ docker run hello-world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rPr dirty="0"/>
              <a:t>Hello from Docker!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8384" y="4249948"/>
            <a:ext cx="3795624" cy="937404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18384" y="4616569"/>
            <a:ext cx="3670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rPr dirty="0"/>
              <a:t>💡 Mac </a:t>
            </a:r>
            <a:r>
              <a:rPr dirty="0" err="1"/>
              <a:t>小提示：呢啲命令全部都係喺</a:t>
            </a:r>
            <a:r>
              <a:rPr dirty="0"/>
              <a:t> SSH </a:t>
            </a:r>
            <a:r>
              <a:rPr dirty="0" err="1"/>
              <a:t>連接後嘅伺服器上執行，唔係喺你部</a:t>
            </a:r>
            <a:r>
              <a:rPr dirty="0"/>
              <a:t> Mac 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rPr dirty="0"/>
              <a:t>Mac Terminal → SSH </a:t>
            </a:r>
            <a:r>
              <a:rPr dirty="0" err="1"/>
              <a:t>連接</a:t>
            </a:r>
            <a:r>
              <a:rPr dirty="0"/>
              <a:t> → </a:t>
            </a:r>
            <a:r>
              <a:rPr dirty="0" err="1"/>
              <a:t>伺服器上執行命令（同</a:t>
            </a:r>
            <a:r>
              <a:rPr dirty="0"/>
              <a:t> Windows </a:t>
            </a:r>
            <a:r>
              <a:rPr dirty="0" err="1"/>
              <a:t>一樣，但</a:t>
            </a:r>
            <a:r>
              <a:rPr dirty="0"/>
              <a:t> Terminal </a:t>
            </a:r>
            <a:r>
              <a:rPr dirty="0" err="1"/>
              <a:t>更順手</a:t>
            </a:r>
            <a:r>
              <a:rPr dirty="0"/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Deploy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559216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① </a:t>
            </a:r>
            <a:r>
              <a:rPr dirty="0" err="1"/>
              <a:t>安裝</a:t>
            </a:r>
            <a:r>
              <a:rPr dirty="0"/>
              <a:t> Git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sudo</a:t>
            </a:r>
            <a:r>
              <a:rPr dirty="0"/>
              <a:t> apt install -y git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② </a:t>
            </a:r>
            <a:r>
              <a:rPr dirty="0" err="1"/>
              <a:t>拉取代碼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git clone https://github.com/user/booking-aurora.git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cd booking-aurora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③ </a:t>
            </a:r>
            <a:r>
              <a:rPr dirty="0" err="1"/>
              <a:t>建立</a:t>
            </a:r>
            <a:r>
              <a:rPr dirty="0"/>
              <a:t> .env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cp .</a:t>
            </a:r>
            <a:r>
              <a:rPr dirty="0" err="1"/>
              <a:t>env.example</a:t>
            </a:r>
            <a:r>
              <a:rPr dirty="0"/>
              <a:t> .env</a:t>
            </a:r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rPr dirty="0"/>
              <a:t>$ nano .env    ← </a:t>
            </a:r>
            <a:r>
              <a:rPr dirty="0" err="1"/>
              <a:t>填寫配置（見右邊指引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④ </a:t>
            </a:r>
            <a:r>
              <a:rPr dirty="0" err="1"/>
              <a:t>生成</a:t>
            </a:r>
            <a:r>
              <a:rPr dirty="0"/>
              <a:t> SESSION_SECRET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SESSION_SECRET=$(node -e "console.log(require('crypto')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  .</a:t>
            </a:r>
            <a:r>
              <a:rPr dirty="0" err="1"/>
              <a:t>randomBytes</a:t>
            </a:r>
            <a:r>
              <a:rPr dirty="0"/>
              <a:t>(48).</a:t>
            </a:r>
            <a:r>
              <a:rPr dirty="0" err="1"/>
              <a:t>toString</a:t>
            </a:r>
            <a:r>
              <a:rPr dirty="0"/>
              <a:t>('base64url'))")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⑤ </a:t>
            </a:r>
            <a:r>
              <a:rPr dirty="0" err="1"/>
              <a:t>設定權限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chmod</a:t>
            </a:r>
            <a:r>
              <a:rPr dirty="0"/>
              <a:t> 700 .env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</a:t>
            </a:r>
            <a:r>
              <a:rPr dirty="0" err="1"/>
              <a:t>mkdir</a:t>
            </a:r>
            <a:r>
              <a:rPr dirty="0"/>
              <a:t> -p data logs backups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⑥ </a:t>
            </a:r>
            <a:r>
              <a:rPr dirty="0" err="1"/>
              <a:t>編輯</a:t>
            </a:r>
            <a:r>
              <a:rPr dirty="0"/>
              <a:t> </a:t>
            </a:r>
            <a:r>
              <a:rPr dirty="0" err="1"/>
              <a:t>Caddyfile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rPr dirty="0"/>
              <a:t>$ nano </a:t>
            </a:r>
            <a:r>
              <a:rPr dirty="0" err="1"/>
              <a:t>Caddyfile</a:t>
            </a:r>
            <a:r>
              <a:rPr dirty="0"/>
              <a:t>    ← </a:t>
            </a:r>
            <a:r>
              <a:rPr dirty="0" err="1"/>
              <a:t>改域名（見右邊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⑦ </a:t>
            </a:r>
            <a:r>
              <a:rPr dirty="0" err="1"/>
              <a:t>構建同啟動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docker compose up -d --build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rPr dirty="0"/>
              <a:t>[+] Building 45.2s  FINISHED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rPr dirty="0"/>
              <a:t>✔ Container aurora-app    Started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rPr dirty="0"/>
              <a:t>✔ Container aurora-caddy  Started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rPr dirty="0"/>
              <a:t># ⑧ </a:t>
            </a:r>
            <a:r>
              <a:rPr dirty="0" err="1"/>
              <a:t>確認運行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rPr dirty="0"/>
              <a:t>$ docker compose </a:t>
            </a:r>
            <a:r>
              <a:rPr dirty="0" err="1"/>
              <a:t>ps</a:t>
            </a:r>
            <a:endParaRPr dirty="0"/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rPr dirty="0"/>
              <a:t>NAME          STATUS    aurora-app  Up 2 min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rPr dirty="0"/>
              <a:t>              aurora-caddy Up 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822960"/>
            <a:ext cx="39319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6"/>
                </a:solidFill>
              </a:defRPr>
            </a:pPr>
            <a:r>
              <a:t>📝 .env 填寫指引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32588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SESSION_SECRET=你嘅字串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NODE_ENV=production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PORT=4000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ADMIN_PASSWORD=強密碼12位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DB_PATH=/app/data/database.db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EMAIL_USER=你嘅Gmail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EMAIL_PASS=Gmail App Password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SITE_DOMAIN=你嘅域名.com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⚠️ 千祈唔好留</a:t>
            </a:r>
          </a:p>
          <a:p>
            <a:pPr>
              <a:spcAft>
                <a:spcPts val="300"/>
              </a:spcAft>
              <a:defRPr sz="1100" b="1">
                <a:solidFill>
                  <a:srgbClr val="EF4444"/>
                </a:solidFill>
              </a:defRPr>
            </a:pPr>
            <a:r>
              <a:t>CAPTCHA_TEST_BYPASS！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93192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📝 Caddyfile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  email admin@你的域名.com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你的域名.com {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  reverse_proxy app:4000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486400"/>
            <a:ext cx="3931920" cy="10972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部署成功！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Mac 瀏覽器打開：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http://你的公開IP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配置域名 +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🥇 GoDaddy：改 Nameserver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登入 GoDaddy → 我的產品 → 域名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揀你嘅域名 → DNS 管理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揀 Nameservers → 自訂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輸入 Cloudflare 俾嘅兩個：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xxx.ns.cloudflare.com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yyy.ns.cloudflare.com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⑤ 儲存（等 5-30 分鐘生效）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⑥ 回 Cloudflare 按 Done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⚠️ 改完之後域名就由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Cloudflare 管理，GoDaddy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只負責收費續期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🍎 Mac 上更新域名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nano .env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 改 SITE_DOMAIN=你的域名.com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docker compose down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docker compose up -d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open https://你的域名.com  ← Mac 專用！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📋 配置域名完整流程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① GoDaddy 買域名（.com ~HK$100/年）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② 註冊 Cloudflare（免費）→ 添加域名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③ Cloudflare 會俾兩個 Nameserver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④ 去 GoDaddy DNS 改呢兩個 Nameserver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   （左邊睇步驟）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⑤ 等生效後 Cloudflare 見到綠色 Active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⑥ Cloudflare → DNS → 加 A 記錄：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   A  @    → 你的EC2 IP  ✓ Proxy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   A  www  → 你的EC2 IP  ✓ Proxy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⑦ SSL/TLS → Full (Strict)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⑧ Always Use HTTPS → On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⑨ Mac Terminal 更新 .env → 重啟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⑩ Mac 瀏覽器打開 https://你的域名.com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⑪ 應該見到 🔒 鎖頭圖標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自動備份 + 監控告警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💾 步驟 8：S3 自動備份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AWS Console → S3 → Create bucket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Region: Asia Pacific (Hong Kong)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IAM → Users → Create user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附予 AmazonS3FullAccess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Mac Terminal：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sudo apt install -y awscli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aws configure（輸入 Key）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建立 ~/backup-aurora.sh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crontab -e → 0 4 * * * ~/backup-aurora.sh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📊 步驟 9：CloudWatch 監控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00029"/>
            <a:ext cx="4674367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① AWS Console → CloudWatch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② Alarms → Create alarm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③ EC2 → CPU Utilization &gt; 80%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④ Email </a:t>
            </a:r>
            <a:r>
              <a:rPr dirty="0" err="1"/>
              <a:t>通知</a:t>
            </a: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⑤ Mac Terminal </a:t>
            </a:r>
            <a:r>
              <a:rPr dirty="0" err="1"/>
              <a:t>健康檢查</a:t>
            </a:r>
            <a:r>
              <a:rPr dirty="0"/>
              <a:t>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建立</a:t>
            </a:r>
            <a:r>
              <a:rPr dirty="0"/>
              <a:t> ~/health-check.sh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cron</a:t>
            </a:r>
            <a:r>
              <a:rPr dirty="0"/>
              <a:t>: */5 * * * *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1">
                <a:solidFill>
                  <a:srgbClr val="FACC16"/>
                </a:solidFill>
              </a:defRPr>
            </a:pPr>
            <a:r>
              <a:rPr dirty="0"/>
              <a:t>📊 Mac </a:t>
            </a:r>
            <a:r>
              <a:rPr dirty="0" err="1"/>
              <a:t>專用成本查看</a:t>
            </a:r>
            <a:r>
              <a:rPr dirty="0"/>
              <a:t>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rPr dirty="0"/>
              <a:t>  </a:t>
            </a:r>
            <a:r>
              <a:rPr dirty="0" err="1"/>
              <a:t>aws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get-cost-and-usage \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 --time-period Start=2026-09-01,End=2026-09-30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🏗️ 完整架構圖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🍎 Mac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240279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📱 手機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2608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9718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📲 PWA 網頁版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37033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💻 瀏覽器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48056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GoDaddy + Cloudflare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212080"/>
            <a:ext cx="18288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🖥️ EC2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212080"/>
            <a:ext cx="13716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5257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Caddy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5212080"/>
            <a:ext cx="11887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5257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Security Hardening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SSH 安全設定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nano /etc/ssh/sshd_config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PermitRootLogin no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AllowUsers ubuntu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PasswordAuthentication no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Protocol 2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systemctl restart sshd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防火牆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ufw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ssh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http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https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enable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status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Status: active  22/tcp ALLOW  80/tcp ALLOW  443/tcp ALLOW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自動更新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unattended-upgrades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dpkg-reconfigure -plow unattended-upgrades  # 選 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822960"/>
            <a:ext cx="393192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🔒 安全檢查清單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🔴 嚴重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沒有 CAPTCHA_TEST_BYPASS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47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SESSION_SECRET 已設定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037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ADMIN_PASSWORD 強密碼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597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SSH 禁止 root 登入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52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🟡 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1729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S3 備份已設定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429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權限 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85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CloudWatch 告警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410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自動備份運行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334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🟢 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6542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PWA 已設定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9103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App Store 審核通過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66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UFW 防火牆啟用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422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自動更新已設定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📱 PWA 手機網頁版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📲 PWA 需要嘅文件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① manifest.json — App 配置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② sw.js — Service Worker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③ index.html — 加入引用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④ icon-192.png — App 圖標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⑤ icon-512.png — App 圖標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Mac 上建立文件：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nano manifest.json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nano sw.js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部署：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add .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commit -m 'Add PWA'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push origin main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在伺服器更新：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pull origin main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docker compose up -d --build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PWA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免費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即時上線，唔使 App Store 審核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自動更新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用戶手機瀏覽器訪問即可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添加到主屏幕變 App 圖標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🤖 之後做：React Native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Mac 開發環境：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brew install node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npm install -g expo-cli eas-cli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npx create-expo-app potin-clinic-app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成本：iOS $99/年 + Android $25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時間：2-4 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成本預算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AWS 免費層級（首 12 個月）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750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EBS 20GB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30GB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100GB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Cloudflare DNS (免費)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無限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S3 備份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$0.02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無限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首年：~$6.24（約 HK$49）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📱 App 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手機網頁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iOS App 上架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$99/年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Android App 上架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$25 一次性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React Native 開發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 (Expo)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推送通知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 (100萬次/月)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📊 總成本估算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首年：AWS $6 + iOS $99 + Android $25 + GoDaddy $13 = ~$143（約 HK$1,120）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之後每年：AWS $127 + iOS $99 + GoDaddy $13 = ~$239（約 HK$1,870）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6"/>
                </a:solidFill>
              </a:defRPr>
            </a:pPr>
            <a:r>
              <a:t>💡 Mac 機唔計入部署成本（係你已有嘅設備）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⚡ Mac 常用命令速查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Mac Commands Cheat 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連接伺服器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cd Downloads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chmod 400 potin-key.pem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日常維護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ps              # 查看狀態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logs -f app     # 實時日誌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restart         # 重啟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down            # 停止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up -d           # 啟動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更新部署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git pull origin main           # 拉取最新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up -d --build   # 重建啟動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手動備份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exec app node scripts/backup-db.js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Mac 專用 =====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$ open https://你的域名.com      # 用 Safari 打開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$ aws ce get-cost-and-usage \    # 查看成本</a:t>
            </a:r>
          </a:p>
          <a:p>
            <a:pPr>
              <a:spcAft>
                <a:spcPts val="200"/>
              </a:spcAft>
              <a:defRPr sz="1100" b="0">
                <a:solidFill>
                  <a:srgbClr val="22C55E"/>
                </a:solidFill>
              </a:defRPr>
            </a:pPr>
            <a:r>
              <a:t>  --time-period Start=2026-09-01,End=2026-09-30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🎉 恭喜完成！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Mac 機 + AWS 雲端部署 — 10 步全部搞掂！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建立 AWS 帳戶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設定 VPC 網絡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啟動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Mac SSH 連接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安裝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部署預約系統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域名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自動備份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監控告警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安全加固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📱 接下來：PWA 手機版 → React Native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有任何問題？歡迎隨時問我！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2355</Words>
  <Application>Microsoft Office PowerPoint</Application>
  <PresentationFormat>寬螢幕</PresentationFormat>
  <Paragraphs>581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 Fung Chan</cp:lastModifiedBy>
  <cp:revision>1</cp:revision>
  <dcterms:created xsi:type="dcterms:W3CDTF">2013-01-27T09:14:16Z</dcterms:created>
  <dcterms:modified xsi:type="dcterms:W3CDTF">2026-09-04T14:10:36Z</dcterms:modified>
  <cp:category/>
</cp:coreProperties>
</file>