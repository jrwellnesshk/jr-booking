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 Fung Chan" userId="a5da67ef301a9997" providerId="LiveId" clId="{CDEAE2D2-8664-4EF7-8507-5F5EB2725EA6}"/>
    <pc:docChg chg="modSld">
      <pc:chgData name="Cheuk Fung Chan" userId="a5da67ef301a9997" providerId="LiveId" clId="{CDEAE2D2-8664-4EF7-8507-5F5EB2725EA6}" dt="2026-09-04T13:44:26.583" v="4" actId="1076"/>
      <pc:docMkLst>
        <pc:docMk/>
      </pc:docMkLst>
      <pc:sldChg chg="modSp mod">
        <pc:chgData name="Cheuk Fung Chan" userId="a5da67ef301a9997" providerId="LiveId" clId="{CDEAE2D2-8664-4EF7-8507-5F5EB2725EA6}" dt="2026-09-04T13:44:26.583" v="4" actId="1076"/>
        <pc:sldMkLst>
          <pc:docMk/>
          <pc:sldMk cId="0" sldId="263"/>
        </pc:sldMkLst>
        <pc:spChg chg="mod">
          <ac:chgData name="Cheuk Fung Chan" userId="a5da67ef301a9997" providerId="LiveId" clId="{CDEAE2D2-8664-4EF7-8507-5F5EB2725EA6}" dt="2026-09-04T13:44:26.583" v="4" actId="107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3:34:38.419" v="3" actId="1076"/>
        <pc:sldMkLst>
          <pc:docMk/>
          <pc:sldMk cId="0" sldId="264"/>
        </pc:sldMkLst>
        <pc:spChg chg="mod">
          <ac:chgData name="Cheuk Fung Chan" userId="a5da67ef301a9997" providerId="LiveId" clId="{CDEAE2D2-8664-4EF7-8507-5F5EB2725EA6}" dt="2026-09-04T13:34:30.723" v="0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3:34:33.618" v="1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3:34:35.932" v="2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3:34:38.419" v="3" actId="1076"/>
          <ac:spMkLst>
            <pc:docMk/>
            <pc:sldMk cId="0" sldId="264"/>
            <ac:spMk id="3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寶天醫館智能預約系統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66F1"/>
                </a:solidFill>
              </a:defRPr>
            </a:pPr>
            <a:r>
              <a:t>AWS 雲端部署 — 10 步詳細教程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手拖手教你點擊每一個掣、輸入每一個值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206240"/>
            <a:ext cx="1645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Web 網站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206240"/>
            <a:ext cx="1645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PWA 手機版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1645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iOS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206240"/>
            <a:ext cx="16459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Android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2026 年 9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AWS 部署 10 步曲 — 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5 分鐘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37960" y="138988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設定 VPC 網絡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244144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24028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37960" y="2441448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連接伺服器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5 分鐘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3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3493008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428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29183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37960" y="3493008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428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分鐘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366F1"/>
                </a:solidFill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94360" y="4544568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域名 +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20 分鐘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366F1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34340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37960" y="4544568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自動備份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分鐘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39495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94360" y="5596127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5596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監控告警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897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分鐘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39495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537960" y="5596127"/>
            <a:ext cx="4572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596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5897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分鐘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F4444"/>
                </a:solidFill>
              </a:defRPr>
            </a:pPr>
            <a: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6400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6"/>
                </a:solidFill>
              </a:defRPr>
            </a:pPr>
            <a:r>
              <a:t>⏱️ 總時間：約 2 小時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打開 aws.amazon.com → 點擊 Create an AWS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247120" cy="5760720"/>
          </a:xfrm>
          <a:prstGeom prst="roundRect">
            <a:avLst/>
          </a:prstGeom>
          <a:solidFill>
            <a:srgbClr val="232F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☁ amazon web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868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Sign In  |  Create an AWS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world's most comprehensive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77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and broadly adopted cloud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200400"/>
            <a:ext cx="393192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3246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Create an AWS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👉 點擊呢個按鈕！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Already have an account? Sign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填寫帳號資料 — Step 1: Account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Sign up for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Step 1: Account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Root user email 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4754880" cy="41148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daming@gmail.com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6"/>
                </a:solidFill>
              </a:defRPr>
            </a:pPr>
            <a:r>
              <a:t>💡 用你最常用嘅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AWS account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79"/>
            <a:ext cx="4754880" cy="41148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potin-clinic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6"/>
                </a:solidFill>
              </a:defRPr>
            </a:pPr>
            <a:r>
              <a:t>💡 自己起個名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Password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4754880" cy="41148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●●●●●●●●●●●●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6"/>
                </a:solidFill>
              </a:defRPr>
            </a:pPr>
            <a:r>
              <a:t>💡 至少 8 位，大小寫+數字+符號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Confirm 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799"/>
            <a:ext cx="4754880" cy="41148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2760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●●●●●●●●●●●●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4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6"/>
                </a:solidFill>
              </a:defRPr>
            </a:pPr>
            <a:r>
              <a:t>💡 再輸入一次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760720"/>
            <a:ext cx="3200400" cy="5029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 agree to the AWS Terms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6217920"/>
            <a:ext cx="1828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62453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Continue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626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 Continue！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822960"/>
            <a:ext cx="5303520" cy="57607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✅ 填寫提示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94A3B8"/>
                </a:solidFill>
              </a:defRPr>
            </a:pPr>
            <a:r>
              <a:t>• Email：用你最常用嘅 Email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因為要收驗證碼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94A3B8"/>
                </a:solidFill>
              </a:defRPr>
            </a:pPr>
            <a:r>
              <a:t>• Account name：起個有意義嘅名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例如 potin-clinic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94A3B8"/>
                </a:solidFill>
              </a:defRPr>
            </a:pPr>
            <a:r>
              <a:t>• Password 要求：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- 至少 8 個字符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- 至少一個大寫字母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- 至少一個小寫字母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- 至少一個數字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  - 至少一個符號 (!@#$等)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94A3B8"/>
                </a:solidFill>
              </a:defRPr>
            </a:pPr>
            <a:r>
              <a:t>• 例如：PotinClinic2026!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EF4444"/>
                </a:solidFill>
              </a:defRPr>
            </a:pPr>
            <a:r>
              <a:t>⚠️ 記低你嘅密碼！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之後要用嚟登入 AWS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聯絡資料 + 信用卡驗證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Step 2: Contact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Account 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● Personal (個人用)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Full name: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FUNG CHI 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Country: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39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Hong Kong SAR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Phone: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+852 9876 5432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Address: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077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Central, Hong Kong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4864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Step 3: Payment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⚠️ 免費層級唔會扣錢！只係驗證信用卡真偽。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Card number: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4111 1111 1111 1111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Expiry: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12/28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FUNG CHI 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822960"/>
            <a:ext cx="5303520" cy="27432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聯絡資料提示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3716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• Account type 揀 Personal（個人）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• 姓名用英文（護照/信用卡上嘅名）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• Country 揀 Hong Kong SAR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• 電話用嚟收驗證碼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• 地址用英文填寫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49039"/>
            <a:ext cx="5303520" cy="283464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⚠️ 信用卡安全提示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AWS 只係驗證信用卡真偽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免費層級唔會扣錢</a:t>
            </a:r>
          </a:p>
          <a:p>
            <a:pPr>
              <a:spcAft>
                <a:spcPts val="400"/>
              </a:spcAft>
              <a:defRPr sz="1400" b="1">
                <a:solidFill>
                  <a:srgbClr val="FACC16"/>
                </a:solidFill>
              </a:defRPr>
            </a:pPr>
            <a:r>
              <a:t>• 但一定要設預算告警！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防止意外扣費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之後我哋會教你設 Budgets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  設定 $10 USD 月費上限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手機驗證 + 設定預算告警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Step 4: 手機驗證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① 選擇 Text message (SMS)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② Country code: Hong Kong (+852)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③ 輸入你嘅手機號碼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④ 輸入 CAPTCHA 圖片字符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⑤ 點擊 Send SMS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⑥ 等待收到 SMS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⑦ 輸入 6 位驗證碼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⑧ 點擊 Continue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4864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Step 5: 設定預算告警（重要！）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① 搜尋欄輸入 Budgets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② 點擊 Create a budget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③ 選擇 Cost budget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④ Budget name: potin-clinic-budget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⑤ Amount: $10 USD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⑥ Threshold: 80%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⑦ Email: 你嘅 Email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⑧ 點擊 Create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822960"/>
            <a:ext cx="5303520" cy="576072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6"/>
                </a:solidFill>
              </a:defRPr>
            </a:pPr>
            <a:r>
              <a:t>⚠️ 為什麼要設預算告警？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AWS 按使用量收費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如果你唔設上限，可能會扣好多錢！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設定 $10 USD 月費上限：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• 當用到 80% ($8) → 收到警告 Email</a:t>
            </a:r>
          </a:p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</a:defRPr>
            </a:pPr>
            <a:r>
              <a:t>• 當用到 100% ($10) → 停止服務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22C55E"/>
                </a:solidFill>
              </a:defRPr>
            </a:pPr>
            <a:r>
              <a:t>免費層級內月費約 $0.52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設定 $10 係非常安全嘅上限</a:t>
            </a:r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💡 設定後你就可以安心使用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建立 VPC 網絡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VPC &gt; Your VPCs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91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🌏 Hong Kong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2920"/>
            <a:ext cx="365760" cy="63550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" y="6400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024127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14081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179222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217627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2560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⚙️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40080"/>
            <a:ext cx="11247120" cy="6035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" y="6400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</a:defRPr>
            </a:pPr>
            <a:r>
              <a:t>VPC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40080"/>
            <a:ext cx="6858000" cy="5852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Create VPC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Settings to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1508760"/>
            <a:ext cx="274320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VPC and more  ← 揀呢個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Name tag: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2011680"/>
            <a:ext cx="41148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0" y="2029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potin-vpc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IPv4 CIDR: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2514600"/>
            <a:ext cx="41148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0" y="2532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10.0.0.0/16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Public subnets: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3017520"/>
            <a:ext cx="41148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7520" y="3035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Private subnets: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3520440"/>
            <a:ext cx="41148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0" y="3538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0  ← 改成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520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CC16"/>
                </a:solidFill>
              </a:defRPr>
            </a:pPr>
            <a: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NAT gateways: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4023360"/>
            <a:ext cx="41148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17520" y="4041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None  ← 揀呢個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023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CC16"/>
                </a:solidFill>
              </a:defRPr>
            </a:pPr>
            <a: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VPC endpoints: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4526280"/>
            <a:ext cx="41148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17520" y="45445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521208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0" y="5239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Create VPC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257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點擊呢個！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640080"/>
            <a:ext cx="3840480" cy="58521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0" y="731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🌐 VPC 網絡架構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1280160"/>
            <a:ext cx="3108960" cy="1097280"/>
          </a:xfrm>
          <a:prstGeom prst="roundRect">
            <a:avLst/>
          </a:prstGeom>
          <a:solidFill>
            <a:srgbClr val="0A2A4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124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VPC 10.0.0.0/16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1737360"/>
            <a:ext cx="274320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0392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Public Subnet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10.0.1.0/24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2651760"/>
            <a:ext cx="31089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1248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EC2 伺服器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Ubuntu 22.04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Docker + Node.js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0" y="3840480"/>
            <a:ext cx="21945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potin-web-sg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Ports 開放：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4937760"/>
            <a:ext cx="73152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12480" y="4937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4937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SSH 管理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5257800"/>
            <a:ext cx="73152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12480" y="5257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0" y="5257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HTTP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12480" y="5577840"/>
            <a:ext cx="73152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412480" y="55778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443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5577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HTTPS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dirty="0" err="1"/>
              <a:t>建立安全組</a:t>
            </a:r>
            <a:r>
              <a:rPr dirty="0"/>
              <a:t> (Security Group)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" y="-123444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VPC &gt; Security Groups &gt;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91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🌏 Hong 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822960"/>
            <a:ext cx="68580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Create security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Security group name: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463040"/>
            <a:ext cx="347472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potin-web-sg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Description: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011680"/>
            <a:ext cx="347472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Web server security group for Potin Clinic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560320"/>
            <a:ext cx="347472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2578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▼ potin-vpc (vpc-0abc123def456)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6"/>
                </a:solidFill>
              </a:defRPr>
            </a:pPr>
            <a:r>
              <a:t>Inbound rules（入站規則）：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66160"/>
            <a:ext cx="64008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584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584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584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5844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77639"/>
            <a:ext cx="6400800" cy="36576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My 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管理員登入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416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HTTP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416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416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0.0.0.0/0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416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HTTP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800600"/>
            <a:ext cx="6400800" cy="36576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828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HTTPS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828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443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828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0.0.0.0/0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828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HTTPS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39496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0" y="54223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Create security group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點擊呢個！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822960"/>
            <a:ext cx="4114800" cy="576072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🚨 SSH 安全警告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F4444"/>
                </a:solidFill>
              </a:defRPr>
            </a:pPr>
            <a:r>
              <a:t>SSH (Port 22) 千祈唔好用</a:t>
            </a:r>
          </a:p>
          <a:p>
            <a:pPr>
              <a:spcAft>
                <a:spcPts val="300"/>
              </a:spcAft>
              <a:defRPr sz="1300" b="0">
                <a:solidFill>
                  <a:srgbClr val="EF4444"/>
                </a:solidFill>
              </a:defRPr>
            </a:pPr>
            <a:r>
              <a:t>0.0.0.0/0！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EF4444"/>
                </a:solidFill>
              </a:defRPr>
            </a:pPr>
            <a:r>
              <a:t>0.0.0.0/0 = 全世界都可以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嘗試登入你嘅伺服器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22C55E"/>
                </a:solidFill>
              </a:defRPr>
            </a:pPr>
            <a:r>
              <a:t>✅ 正確做法：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用 My IP 只允許你部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電腦嘅 IP 連接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如果你嘅 IP 會變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（例如用家用 WiFi），</a:t>
            </a:r>
          </a:p>
          <a:p>
            <a:pPr>
              <a:spcAft>
                <a:spcPts val="300"/>
              </a:spcAft>
              <a:defRPr sz="1300" b="0">
                <a:solidFill>
                  <a:srgbClr val="EF4444"/>
                </a:solidFill>
              </a:defRPr>
            </a:pPr>
            <a:r>
              <a:t>可以暫時用 0.0.0.0/0</a:t>
            </a:r>
          </a:p>
          <a:p>
            <a:pPr>
              <a:spcAft>
                <a:spcPts val="300"/>
              </a:spcAft>
              <a:defRPr sz="1300" b="0">
                <a:solidFill>
                  <a:srgbClr val="94A3B8"/>
                </a:solidFill>
              </a:defRPr>
            </a:pPr>
            <a:r>
              <a:t>之後再改返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EC2 &gt; Launch an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91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🌏 Hong 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822960"/>
            <a:ext cx="1124712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Launch an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Name and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50292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1709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potin-web-server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709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6"/>
                </a:solidFill>
              </a:defRPr>
            </a:pPr>
            <a:r>
              <a:t>👉 輸入名稱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Application and OS Images (Amazon Machine Image)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18288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624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Ubuntu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624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6"/>
                </a:solidFill>
              </a:defRPr>
            </a:pPr>
            <a:r>
              <a:t>👉 揀 Ubuntu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2606040"/>
            <a:ext cx="4114800" cy="4572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26243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Ubuntu Server 22.04 LTS — Free tier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Instance 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11880"/>
            <a:ext cx="50292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630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t3.micro — Free tier eligible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630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6"/>
                </a:solidFill>
              </a:defRPr>
            </a:pPr>
            <a:r>
              <a:t>👉 揀 t3.micro（免費）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Key pair (login)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26280"/>
            <a:ext cx="27432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544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Create new key 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544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6"/>
                </a:solidFill>
              </a:defRPr>
            </a:pPr>
            <a:r>
              <a:t>👉 點擊 Create new key 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094206"/>
            <a:ext cx="5029200" cy="32004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🔑 Create key pair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82845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Key pair name: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350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Key pair type: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● RSA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3429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File format: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● .pem ← Windows 用呢個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389120"/>
            <a:ext cx="228600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4416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Create key pair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2A2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6"/>
                </a:solidFill>
              </a:defRPr>
            </a:pPr>
            <a:r>
              <a:t>⚠️ 會自動下載 potin-key.pem 文件到你嘅 Downloads 目錄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• 千祈唔好刪！呢個文件係你登入伺服器嘅「鎖匙」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• 建議將佢複製到安全嘅位置（例如密碼管理器）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網絡 + 存儲 + 啟動實例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30352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🌐 Network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potin-vpc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Subnet: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Public subnet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Auto-assign public IP: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Enable ← 必須！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6"/>
                </a:solidFill>
              </a:defRPr>
            </a:pPr>
            <a:r>
              <a:t>← 必須 Enable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Security group: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● potin-web-sg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53035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💾 Configure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Size: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20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Volume type: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gp3 (General Purpose SSD)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IOPS: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3000 (baseline)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Throughput: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125 (baseline)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5943600"/>
            <a:ext cx="274320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5971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Launch instance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👉 點擊 Launch instance！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822960"/>
            <a:ext cx="5669280" cy="57607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📋 部署摘要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potin-web-server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Ubuntu Server 22.04 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Instance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t3.micro (免費)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Key pair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potin-key.pem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potin-vpc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potin-web-sg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20GB gp3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Public 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Enable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5303520"/>
            <a:ext cx="5029200" cy="10972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✅ 確認以上設定正確後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點擊 Launch instance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CC16"/>
                </a:solidFill>
              </a:defRPr>
            </a:pPr>
            <a:r>
              <a:t>等 1-2 分鐘，記低 Public 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啟動成功 — 記低公開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EC2 &gt; Instances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91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🌏 Hong Kong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822960"/>
            <a:ext cx="11247120" cy="32004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✅ Launch an instance —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Instance ID: i-0abc123def456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State: ● 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6"/>
                </a:solidFill>
              </a:defRPr>
            </a:pPr>
            <a:r>
              <a:t>Public IPv4 address: 54.123.45.67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↑ 記低呢個 IP！你個網站嘅地址！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471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Instances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Instance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Public IPv4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37760"/>
            <a:ext cx="105156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i-0abc123def456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● 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54.123.45.67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t3.micro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potin-web-server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822960"/>
            <a:ext cx="4846320" cy="3200400"/>
          </a:xfrm>
          <a:prstGeom prst="roundRect">
            <a:avLst/>
          </a:prstGeom>
          <a:solidFill>
            <a:srgbClr val="1A1A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📌 接下來要做：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3716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1. 記低 Public IP 地址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2. 用 SSH 連接伺服器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3. 安裝 Docker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4. 部署預約系統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06B6D4"/>
                </a:solidFill>
              </a:defRPr>
            </a:pPr>
            <a:r>
              <a:t>命令：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ssh -i potin-key.pem \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  ubuntu@54.123.45.67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連接伺服器 (SSH)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6858000" cy="5760720"/>
          </a:xfrm>
          <a:prstGeom prst="roundRect">
            <a:avLst/>
          </a:prstGeom>
          <a:solidFill>
            <a:srgbClr val="0C0C0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Windows 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868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−  □ 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PS C:\Users\Daming&gt; cd Downloads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PS C:\Users\Daming\Downloads&gt; ssh -i potin-key.pem ubuntu@54.123.45.67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ACC16"/>
                </a:solidFill>
              </a:defRPr>
            </a:pPr>
            <a:r>
              <a:t>The authenticity of host '54.123.45.67' can't be established.</a:t>
            </a:r>
          </a:p>
          <a:p>
            <a:pPr>
              <a:spcAft>
                <a:spcPts val="300"/>
              </a:spcAft>
              <a:defRPr sz="1200" b="0">
                <a:solidFill>
                  <a:srgbClr val="FACC16"/>
                </a:solidFill>
              </a:defRPr>
            </a:pPr>
            <a:r>
              <a:t>ECDSA key fingerprint is SHA256:xxxxxx...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Are you sure you want to continue connecting (yes/no)? yes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Warning: Permanently added '54.123.45.67' to known hosts.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Welcome to Ubuntu 22.04.5 LTS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Last login: Thu Sep  4 10:00:00 2026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ubuntu@ip-10-0-1-123:~$ 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822960"/>
            <a:ext cx="41148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SSH 連接步驟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① 打開 PowerShell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    Windows 鍵 → 輸入 PowerShell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② 去到 Downloads 目錄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    cd Downloads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③ 輸入 SSH 命令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    ssh -i potin-key.pem \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      ubuntu@你的IP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④ 輸入 yes 確認連接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⑤ 成功連接！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    見到 ubuntu@ip-xxx:~$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200" b="1">
                <a:solidFill>
                  <a:srgbClr val="22C55E"/>
                </a:solidFill>
              </a:defRPr>
            </a:pPr>
            <a:r>
              <a:t>✅ 完成！你而家喺伺服器入面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6858000" cy="5760720"/>
          </a:xfrm>
          <a:prstGeom prst="roundRect">
            <a:avLst/>
          </a:prstGeom>
          <a:solidFill>
            <a:srgbClr val="0C0C0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SSH Terminal — ubuntu@ip-10-0-1-123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update &amp;&amp; sudo apt upgrade -y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Reading package lists... Done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Building dependency tree... Done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ca-certificates curl gnupg lsb-release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Reading package lists... Done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mkdir -p /etc/apt/keyrings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curl -fsSL https://download.docker.com/linux/ubuntu/gpg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  | sudo gpg --dearmor -o /etc/apt/keyrings/docker.gpg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update &amp;&amp; sudo apt install -y docker-ce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  docker-ce-cli containerd.io docker-compose-plugin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Setting up docker-ce (5:24.0.7) ...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usermod -aG docker $USER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newgrp docker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--version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Docker version 24.0.7, build xxxxxxx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run hello-world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Hello from Docker!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822960"/>
            <a:ext cx="41148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🐳 Docker 安裝步驟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① 更新系統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sudo apt update &amp;&amp; sudo apt upgrade -y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② 安裝 Docker 工具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sudo apt install -y ca-certificates \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  curl gnupg lsb-release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③ 添加 Docker GPG key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sudo mkdir -p /etc/apt/keyrings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curl ... | sudo gpg --dearmor ...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④ 安裝 Docker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sudo apt install -y docker-ce \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  docker-ce-cli containerd.io \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  docker-compose-plugin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⑤ 加入 docker 群組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sudo usermod -aG docker $USER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newgrp docker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⑥ 驗證：docker run hello-world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見到 Hello from Docker! 就成功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6858000" cy="5760720"/>
          </a:xfrm>
          <a:prstGeom prst="roundRect">
            <a:avLst/>
          </a:prstGeom>
          <a:solidFill>
            <a:srgbClr val="0C0C0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SSH Terminal —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apt install -y git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git clone https://github.com/user/booking-aurora.git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Cloning into 'booking-aurora'...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Receiving objects: 100% (1234/1234), done.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cd booking-aurora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cp .env.example .env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SESSION_SECRET=$(node -e "console.log(require('crypto')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  .randomBytes(48).toString('base64url'))")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t>$ nano .env  ← 填寫配置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  (見右邊嘅填寫指引)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chmod 700 .env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mkdir -p data logs backups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t>$ nano Caddyfile  ← 改域名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docker compose up -d --build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t>[+] Building 45.2s (12/12) FINISHED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✔ Container aurora-app    Started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✔ Container aurora-caddy  Started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docker compose logs app | grep admin</a:t>
            </a:r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t>Admin password: xxxxxxxx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822960"/>
            <a:ext cx="41148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6"/>
                </a:solidFill>
              </a:defRPr>
            </a:pPr>
            <a:r>
              <a:t>📝 .env 填寫指引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258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SESSION_SECRET=你生成嘅字串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NODE_ENV=production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PORT=4000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ADMIN_PASSWORD=強密碼12位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DB_PATH=/app/data/database.db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EMAIL_USER=你嘅Gmail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EMAIL_PASS=Gmail App Password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SITE_DOMAIN=你嘅域名.com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EF4444"/>
                </a:solidFill>
              </a:defRPr>
            </a:pPr>
            <a:r>
              <a:t>⚠️ 千祈唔好留 CAPTCHA_TEST_BYPASS！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749039"/>
            <a:ext cx="41148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📝 Caddyfile 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251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email admin@你的域名.com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你的域名.com {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 reverse_proxy app:4000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303520"/>
            <a:ext cx="4114800" cy="128016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✅ 部署成功！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打開瀏覽器訪問：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6"/>
                </a:solidFill>
              </a:defRPr>
            </a:pPr>
            <a:r>
              <a:t>http://你的公開IP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配置域名 +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☁ Cloudflare DNS 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97316"/>
                </a:solidFill>
              </a:defRPr>
            </a:pPr>
            <a:r>
              <a:rPr dirty="0"/>
              <a:t>① </a:t>
            </a:r>
            <a:r>
              <a:rPr dirty="0" err="1"/>
              <a:t>註冊</a:t>
            </a:r>
            <a:r>
              <a:rPr dirty="0"/>
              <a:t> Cloudflare </a:t>
            </a:r>
            <a:r>
              <a:rPr dirty="0" err="1"/>
              <a:t>帳戶（免費</a:t>
            </a:r>
            <a:r>
              <a:rPr dirty="0"/>
              <a:t>）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② </a:t>
            </a:r>
            <a:r>
              <a:rPr dirty="0" err="1"/>
              <a:t>添加你嘅域名</a:t>
            </a: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③ 改 </a:t>
            </a:r>
            <a:r>
              <a:rPr dirty="0" err="1"/>
              <a:t>Nameserver（去域名商改</a:t>
            </a:r>
            <a:r>
              <a:rPr dirty="0"/>
              <a:t>）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④ DNS </a:t>
            </a:r>
            <a:r>
              <a:rPr dirty="0" err="1"/>
              <a:t>記錄設定</a:t>
            </a:r>
            <a:r>
              <a:rPr dirty="0"/>
              <a:t>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Type  │ Name │ Content     │ Proxy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──────┼──────┼─────────────┼──────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A     │ @    │ 你的EC2 IP  │ ✓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A     │ www  │ 你的EC2 IP  │ ✓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⑤ SSL/TLS </a:t>
            </a:r>
            <a:r>
              <a:rPr dirty="0" err="1"/>
              <a:t>設定</a:t>
            </a:r>
            <a:r>
              <a:rPr dirty="0"/>
              <a:t>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Encryption mode: Full (Strict)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Always Use HTTPS: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🔒 HTTPS 自動設定流程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用戶訪問 https://你的域名.com</a:t>
            </a:r>
          </a:p>
          <a:p>
            <a:pPr>
              <a:spcAft>
                <a:spcPts val="400"/>
              </a:spcAft>
              <a:defRPr sz="1300" b="0">
                <a:solidFill>
                  <a:srgbClr val="06B6D4"/>
                </a:solidFill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Cloudflare Proxy → EC2:443</a:t>
            </a:r>
          </a:p>
          <a:p>
            <a:pPr>
              <a:spcAft>
                <a:spcPts val="400"/>
              </a:spcAft>
              <a:defRPr sz="1300" b="0">
                <a:solidFill>
                  <a:srgbClr val="06B6D4"/>
                </a:solidFill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Caddy 自動申請 Let's Encrypt 證書</a:t>
            </a:r>
          </a:p>
          <a:p>
            <a:pPr>
              <a:spcAft>
                <a:spcPts val="400"/>
              </a:spcAft>
              <a:defRPr sz="1300" b="0">
                <a:solidFill>
                  <a:srgbClr val="06B6D4"/>
                </a:solidFill>
              </a:defRPr>
            </a:pPr>
            <a:r>
              <a:t>  ↓</a:t>
            </a:r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✅ HTTPS 證書自動配置完成！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4864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📋 域名配置步驟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rPr dirty="0"/>
              <a:t>① </a:t>
            </a:r>
            <a:r>
              <a:rPr dirty="0" err="1"/>
              <a:t>購買域名（推薦</a:t>
            </a:r>
            <a:r>
              <a:rPr dirty="0"/>
              <a:t> Cloudflare）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約 HK$80/年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② </a:t>
            </a:r>
            <a:r>
              <a:rPr dirty="0" err="1"/>
              <a:t>註冊</a:t>
            </a:r>
            <a:r>
              <a:rPr dirty="0"/>
              <a:t> Cloudflare </a:t>
            </a:r>
            <a:r>
              <a:rPr dirty="0" err="1"/>
              <a:t>帳戶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https://dash.cloudflare.com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③ </a:t>
            </a:r>
            <a:r>
              <a:rPr dirty="0" err="1"/>
              <a:t>添加域名到</a:t>
            </a:r>
            <a:r>
              <a:rPr dirty="0"/>
              <a:t> Cloudflare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</a:t>
            </a:r>
            <a:r>
              <a:rPr dirty="0" err="1"/>
              <a:t>選擇</a:t>
            </a:r>
            <a:r>
              <a:rPr dirty="0"/>
              <a:t> Free plan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④ 改 Nameserver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</a:t>
            </a:r>
            <a:r>
              <a:rPr dirty="0" err="1"/>
              <a:t>去你嘅域名商改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用 Cloudflare </a:t>
            </a:r>
            <a:r>
              <a:rPr dirty="0" err="1"/>
              <a:t>提供嘅</a:t>
            </a:r>
            <a:r>
              <a:rPr dirty="0"/>
              <a:t> NS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⑤ </a:t>
            </a:r>
            <a:r>
              <a:rPr dirty="0" err="1"/>
              <a:t>設定</a:t>
            </a:r>
            <a:r>
              <a:rPr dirty="0"/>
              <a:t> DNS </a:t>
            </a:r>
            <a:r>
              <a:rPr dirty="0" err="1"/>
              <a:t>見左邊</a:t>
            </a: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⑥ </a:t>
            </a:r>
            <a:r>
              <a:rPr dirty="0" err="1"/>
              <a:t>在伺服器更新</a:t>
            </a:r>
            <a:r>
              <a:rPr dirty="0"/>
              <a:t> .env：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nano .env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改 SITE_DOMAIN=你的域名.com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⑦ </a:t>
            </a:r>
            <a:r>
              <a:rPr dirty="0" err="1"/>
              <a:t>重啟服務</a:t>
            </a:r>
            <a:r>
              <a:rPr dirty="0"/>
              <a:t>：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docker compose down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docker compose up -d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 b="1">
                <a:solidFill>
                  <a:srgbClr val="22C55E"/>
                </a:solidFill>
              </a:defRPr>
            </a:pPr>
            <a:r>
              <a:rPr dirty="0"/>
              <a:t>⑧ </a:t>
            </a:r>
            <a:r>
              <a:rPr dirty="0" err="1"/>
              <a:t>測試：打開</a:t>
            </a:r>
            <a:r>
              <a:rPr dirty="0"/>
              <a:t> https://你的域名.com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rPr dirty="0"/>
              <a:t>   </a:t>
            </a:r>
            <a:r>
              <a:rPr dirty="0" err="1"/>
              <a:t>應該見到</a:t>
            </a:r>
            <a:r>
              <a:rPr dirty="0"/>
              <a:t> 🔒 </a:t>
            </a:r>
            <a:r>
              <a:rPr dirty="0" err="1"/>
              <a:t>鎖頭圖標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自動備份 + 步驟 9：監控告警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💾 步驟 8：自動備份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97316"/>
                </a:solidFill>
              </a:defRPr>
            </a:pPr>
            <a:r>
              <a:t>① AWS Console → S3 → Create bucket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Bucket: potin-clinic-backups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Region: Asia Pacific (Hong Kong)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建立 IAM 用戶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IAM → Users → Create user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附予 AmazonS3FullAccess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在伺服器設定備份腳本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sudo apt install -y awscli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aws configure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(輸入 Access Key + Secret Key)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④ 建立 ~/backup-aurora.sh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設定 cron：每日凌晨 4 點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0 4 * * * ~/backup-aurora.sh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48640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📊 步驟 9：監控告警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AWS Console → CloudWatch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Alarms → Create alarm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選擇 EC2 → CPU Utilization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④ Threshold: &gt; 80% 持續 5 分鐘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⑤ Email 通知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在伺服器設定健康檢查：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~/health-check.sh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cron: */5 * * * 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486400" cy="57607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🏗️ 完整架構圖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25603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237743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📱 手機 App (iOS/Android)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25603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377440"/>
            <a:ext cx="237743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📲 PWA 手機網頁版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108960"/>
            <a:ext cx="25603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3200400"/>
            <a:ext cx="237743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💻 瀏覽器 (Web)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114800"/>
            <a:ext cx="25603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206240"/>
            <a:ext cx="237743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☁️ Route 53 (DNS)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937760"/>
            <a:ext cx="25603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5029200"/>
            <a:ext cx="237743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🔒 Cloudflare (CDN+SSL)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669280"/>
            <a:ext cx="182880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🖥️ EC2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669280"/>
            <a:ext cx="137160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5760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Caddy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5669280"/>
            <a:ext cx="11887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0" y="5760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6858000" cy="5760720"/>
          </a:xfrm>
          <a:prstGeom prst="roundRect">
            <a:avLst/>
          </a:prstGeom>
          <a:solidFill>
            <a:srgbClr val="0C0C0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SSH Terminal — Security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SSH 安全設定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nano /etc/ssh/sshd_config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0">
                <a:solidFill>
                  <a:srgbClr val="FACC16"/>
                </a:solidFill>
              </a:defRPr>
            </a:pPr>
            <a:r>
              <a:t># 修改以下設定：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PermitRootLogin no        # 禁止 root 登入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AllowUsers ubuntu          # 只允許 ubuntu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PasswordAuthentication no  # 禁用密碼登入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Protocol 2                  # 使用 SSH v2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ClientAliveInterval 300     # 超時設定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ClientAliveCountMax 2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systemctl restart sshd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安裝防火牆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apt install -y ufw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ufw allow ssh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ufw allow http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ufw allow https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ufw enable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ufw status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Status: active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t>22/tcp  ALLOW  Anywhere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t>80/tcp  ALLOW  Anywhere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t>443/tcp ALLOW  Anywhere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設定自動更新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apt install -y unattended-upgrades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dpkg-reconfigure -plow unattended-upgrades</a:t>
            </a:r>
          </a:p>
          <a:p>
            <a:pPr>
              <a:spcAft>
                <a:spcPts val="200"/>
              </a:spcAft>
              <a:defRPr sz="1000" b="0">
                <a:solidFill>
                  <a:srgbClr val="FACC16"/>
                </a:solidFill>
              </a:defRPr>
            </a:pPr>
            <a:r>
              <a:t># 選擇 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822960"/>
            <a:ext cx="41148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🔒 安全檢查清單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🔴 嚴重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.env 沒有 CAPTCHA_TEST_BYPASS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SESSION_SECRET 已設定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240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ADMIN_PASSWORD 強密碼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5145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SSH 禁止 root 登入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788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SSH 禁用密碼登入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00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🟡 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S3 備份已設定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794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自動備份腳本運行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069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CloudWatch 告警建立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433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.env 權限設為 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54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🟢 建議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074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PWA manifest.json 已設定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3492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App Store 審核已通過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6235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防火牆 UFW 已啟用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897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自動更新已設定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📱 手機 App 部署方案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📲 PWA 手機網頁版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推薦先做！1-2 天完成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建立 manifest.json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建立 sw.js (Service Worker)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index.html 加入引用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④ 部署到伺服器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⑤ 手機測試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優點：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✅ 免費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✅ 即時上線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✅ 唔使 App Store 審核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✅ 自動更新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47472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🤖 React Native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之後做！2-4 週開發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npm install -g expo-cli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npx create-expo-app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連接 Node.js API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④ 設定推送通知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⑤ EAS Build 構建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⑥ 上架 App Store / Play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成本：</a:t>
            </a:r>
          </a:p>
          <a:p>
            <a:pPr>
              <a:spcAft>
                <a:spcPts val="300"/>
              </a:spcAft>
              <a:defRPr sz="1200" b="1">
                <a:solidFill>
                  <a:srgbClr val="FACC16"/>
                </a:solidFill>
              </a:defRPr>
            </a:pPr>
            <a:r>
              <a:t>💰 iOS $99/年</a:t>
            </a:r>
          </a:p>
          <a:p>
            <a:pPr>
              <a:spcAft>
                <a:spcPts val="300"/>
              </a:spcAft>
              <a:defRPr sz="1200" b="1">
                <a:solidFill>
                  <a:srgbClr val="FACC16"/>
                </a:solidFill>
              </a:defRPr>
            </a:pPr>
            <a:r>
              <a:t>💰 Android $25 一次性</a:t>
            </a:r>
          </a:p>
          <a:p>
            <a:pPr>
              <a:spcAft>
                <a:spcPts val="300"/>
              </a:spcAft>
              <a:defRPr sz="1200" b="1">
                <a:solidFill>
                  <a:srgbClr val="FACC16"/>
                </a:solidFill>
              </a:defRPr>
            </a:pPr>
            <a:r>
              <a:t>💰 開發免費（Expo）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188720"/>
            <a:ext cx="3749039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💰 成本比較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828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331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331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免費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331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1-2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React 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$124 首年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2-4 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混合方案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$124 首年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4-6 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6"/>
                </a:solidFill>
              </a:defRPr>
            </a:pPr>
            <a:r>
              <a:t>💡 建議：先做 PWA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之後再考慮 React Native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4846320"/>
            <a:ext cx="3749039" cy="16459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4937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📅 建議時間表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3035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第 1-5 週：AWS 部署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第 5 週：PWA 上線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第 6-9 週：App 開發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第 10 週：App 上架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成本預算總覽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✅ 免費層級（首 12 個月）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服務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免費額度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月費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750 小時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EBS 20GB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30GB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100GB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Route 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100萬次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$0.50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S3 備份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5GB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$0.02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 手機版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無限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首年總計：~$6.24（約 HK$49）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188720"/>
            <a:ext cx="5486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📱 App 部署成本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項目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費用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 手機網頁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免費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iOS App 上架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$99/年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Android App 上架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$25 一次性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React Native 開發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免費 (Expo)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推送通知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免費 (100萬次/月)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6"/>
                </a:solidFill>
              </a:defRPr>
            </a:pPr>
            <a:r>
              <a:t>📊 總成本估算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首年：AWS $6 + iOS $99 + Android $25 + 域名 $12 = ~$142 (約 HK$1,110)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之後每年：AWS $127 + iOS $99 + 域名 $12 = ~$238 (約 HK$1,860)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🎉 恭喜完成！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你已經學會點樣將預約系統部署到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建立 AWS 帳戶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設定 VPC 網絡安全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啟動 EC2 伺服器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連接伺服器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安裝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部署預約系統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配置域名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設定自動備份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設定監控告警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安全加固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📱 接下來：PWA 手機版 → React Native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有任何問題？歡迎隨時問我！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2585</Words>
  <Application>Microsoft Office PowerPoint</Application>
  <PresentationFormat>寬螢幕</PresentationFormat>
  <Paragraphs>754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 Fung Chan</cp:lastModifiedBy>
  <cp:revision>1</cp:revision>
  <dcterms:created xsi:type="dcterms:W3CDTF">2013-01-27T09:14:16Z</dcterms:created>
  <dcterms:modified xsi:type="dcterms:W3CDTF">2026-09-04T13:44:33Z</dcterms:modified>
  <cp:category/>
</cp:coreProperties>
</file>