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寶天醫館預約系統</a:t>
            </a:r>
          </a:p>
          <a:p>
            <a:r>
              <a:rPr sz="2600" b="0" i="0">
                <a:solidFill>
                  <a:srgbClr val="CFE8DF"/>
                </a:solidFill>
                <a:latin typeface="Microsoft JhengHei"/>
                <a:ea typeface="Microsoft JhengHei"/>
              </a:rPr>
              <a:t>上線部署流程總覽</a:t>
            </a:r>
          </a:p>
          <a:p>
            <a:r>
              <a:rPr sz="1700" b="0" i="0">
                <a:solidFill>
                  <a:srgbClr val="A9D6C9"/>
                </a:solidFill>
                <a:latin typeface="Microsoft JhengHei"/>
                <a:ea typeface="Microsoft JhengHei"/>
              </a:rPr>
              <a:t>VPS / AWS Lightsail + Docker + PostgreSQL + 自己網域 + 將來分店</a:t>
            </a:r>
          </a:p>
          <a:p>
            <a:r>
              <a:rPr sz="1400" b="0" i="0">
                <a:solidFill>
                  <a:srgbClr val="A9D6C9"/>
                </a:solidFill>
                <a:latin typeface="Microsoft JhengHei"/>
                <a:ea typeface="Microsoft JhengHei"/>
              </a:rPr>
              <a:t>（含 AWS vs VPS 比較 ＋ 系統架構圖）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成個流程一覽（9 個階段）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由零到上線，每階段做咩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0  準備：Git 倉庫、.gitignore、.env.example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1  買網域 ＋ 揀主機（VPS / AWS Lightsail）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2  伺服器基礎安全（SSH key / 防火牆 / 非 root）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3  裝環境（Docker + Node + PostgreSQL）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4  HTTPS 免費 SSL（Cloudflare + Caddy）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5  由 GitHub 拉代碼跑起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6  反向代理 ＋ 網域指向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7  資料安全加固（備份 / WAF / 監控）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8  CI/CD 自動化（push 自動測試）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Phase 9  開分店：多租戶（clinic_id）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主機點揀：AWS 定 VPS？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結論：單店用 VPS / Lightsail 就最穩陣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468880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383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普通 VPS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DigitalOcean / Hetzner / Linode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最簡單最平 ~$5–12/月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Docker 一包搞掂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全控制病情、易搬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★ 推薦（單店最實際）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657600" cy="246888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463040"/>
            <a:ext cx="3383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AWS Lightsail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AWS 出品嘅「簡易 VPS」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用法同 VPS 一樣易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但係 AWS 牌子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價錢同 VPS 相近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★ 鍾意 AWS 就揀呢個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371600"/>
            <a:ext cx="3657600" cy="2468880"/>
          </a:xfrm>
          <a:prstGeom prst="rect">
            <a:avLst/>
          </a:prstGeom>
          <a:solidFill>
            <a:srgbClr val="555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463040"/>
            <a:ext cx="3383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完整 AWS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EC2 + RDS + CloudFront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最強最大、企業級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但設定多、計費複雜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單店 overkill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ECF5F2"/>
                </a:solidFill>
                <a:latin typeface="Microsoft JhengHei"/>
                <a:ea typeface="Microsoft JhengHei"/>
              </a:rPr>
              <a:t>⚠️ 開幾間分店先值得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10944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E8B6F"/>
                </a:solidFill>
                <a:latin typeface="Microsoft JhengHei"/>
                <a:ea typeface="Microsoft JhengHei"/>
              </a:rPr>
              <a:t>▪ 點解而家唔使揀全 AWS：將來開分店，數據庫直接升做託管 PostgreSQL（Managed DB / RDS）就得，唔使由頭學 AWS。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純粹鍾意 AWS 個名 → 用 Lightsail（本質就係 VPS），慳返好多麻煩。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F5C"/>
                </a:solidFill>
                <a:latin typeface="Microsoft JhengHei"/>
                <a:ea typeface="Microsoft JhengHei"/>
              </a:rPr>
              <a:t>下面流程圖以「VPS / Lightsail + Docker」為例，AWS 做法類同。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系統架構圖（資料點樣流）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一眼睇晒邊件連邊件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使用者：客人 / 員工 / 醫師 / 管理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i="0">
                <a:solidFill>
                  <a:srgbClr val="555F5C"/>
                </a:solidFill>
                <a:latin typeface="Microsoft JhengHei"/>
                <a:ea typeface="Microsoft JhengHei"/>
              </a:rPr>
              <a:t>–       ↓   HTTPS（加密）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E8B6F"/>
                </a:solidFill>
                <a:latin typeface="Microsoft JhengHei"/>
                <a:ea typeface="Microsoft JhengHei"/>
              </a:rPr>
              <a:t>▪ Cloudflare：DNS ＋ 免費 SSL ＋ WAF ＋ DDoS 防護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i="0">
                <a:solidFill>
                  <a:srgbClr val="555F5C"/>
                </a:solidFill>
                <a:latin typeface="Microsoft JhengHei"/>
                <a:ea typeface="Microsoft JhengHei"/>
              </a:rPr>
              <a:t>–       ↓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伺服器（VPS / Lightsail，跑 Docker）：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i="0">
                <a:solidFill>
                  <a:srgbClr val="555F5C"/>
                </a:solidFill>
                <a:latin typeface="Microsoft JhengHei"/>
                <a:ea typeface="Microsoft JhengHei"/>
              </a:rPr>
              <a:t>–    • Caddy ── 反向代理 ＋ 自動續 SSL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i="0">
                <a:solidFill>
                  <a:srgbClr val="555F5C"/>
                </a:solidFill>
                <a:latin typeface="Microsoft JhengHei"/>
                <a:ea typeface="Microsoft JhengHei"/>
              </a:rPr>
              <a:t>–    • Node.js App ── 你個預約系統（port 4000）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i="0">
                <a:solidFill>
                  <a:srgbClr val="555F5C"/>
                </a:solidFill>
                <a:latin typeface="Microsoft JhengHei"/>
                <a:ea typeface="Microsoft JhengHei"/>
              </a:rPr>
              <a:t>–    • PostgreSQL ── 中央數據庫（客人資料）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i="0">
                <a:solidFill>
                  <a:srgbClr val="555F5C"/>
                </a:solidFill>
                <a:latin typeface="Microsoft JhengHei"/>
                <a:ea typeface="Microsoft JhengHei"/>
              </a:rPr>
              <a:t>–       ↓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E8B6F"/>
                </a:solidFill>
                <a:latin typeface="Microsoft JhengHei"/>
                <a:ea typeface="Microsoft JhengHei"/>
              </a:rPr>
              <a:t>▪ 每日自動備份 → 雲端儲存（離地，例如 B2 / S3）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外部服務：Twilio（WhatsApp 通知）＋ Stripe（支付），經 .env key 接駁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F5C"/>
                </a:solidFill>
                <a:latin typeface="Microsoft JhengHei"/>
                <a:ea typeface="Microsoft JhengHei"/>
              </a:rPr>
              <a:t>Caddy / App / PostgreSQL 三件包喺 Docker 入面，部署一次寫好處處跑。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點解一定要上 GitHub？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結論：強烈建議，但有一條鐵律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好處：版本歷史、由 GitHub 拉去伺服器、CI 自動測試、多人協作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B04A1F"/>
                </a:solidFill>
                <a:latin typeface="Microsoft JhengHei"/>
                <a:ea typeface="Microsoft JhengHei"/>
              </a:rPr>
              <a:t>▪ ⚠️ 鐵律：.env（密碼/私鑰）、database.db（客人資料）絕對唔 commit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B04A1F"/>
                </a:solidFill>
                <a:latin typeface="Microsoft JhengHei"/>
                <a:ea typeface="Microsoft JhengHei"/>
              </a:rPr>
              <a:t>▪ 做法：.gitignore 擋咗佢哋；GitHub 只放「代碼」唔放「數據同密碼」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555F5C"/>
                </a:solidFill>
                <a:latin typeface="Microsoft JhengHei"/>
                <a:ea typeface="Microsoft JhengHei"/>
              </a:rPr>
              <a:t>▪ 建議 Private 倉庫（免費），code 唔公開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0 ｜ 準備代碼倉庫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先做呢步，之後所有部署靠佢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git init；GitHub 建 Private 倉庫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加 .gitignore：node_modules/  .env  database.db  *.log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③ 準備 .env.example（只列 key 名，唔填真值）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④ git add . → commit → push；去 GitHub 確認 .env 唔喺度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1 ｜ 買網域 ＋ 揀主機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自己網域 = 專業 + 易記 + 可搬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買網域（年費 ~USD 10–15）：Cloudflare Registrar / Porkbun / Namecheap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揀主機（月費 ~$5–12）：VPS 或 AWS Lightsail，OS 揀 Ubuntu 22.04 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555F5C"/>
                </a:solidFill>
                <a:latin typeface="Microsoft JhengHei"/>
                <a:ea typeface="Microsoft JhengHei"/>
              </a:rPr>
              <a:t>▪ 規格：1 vCPU / 1–2 GB RAM 單店够用；開分店再加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B04A1F"/>
                </a:solidFill>
                <a:latin typeface="Microsoft JhengHei"/>
                <a:ea typeface="Microsoft JhengHei"/>
              </a:rPr>
              <a:t>▪ 記低：伺服器 IP 同 root 密碼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2 ｜ 伺服器基礎安全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資料安全第一步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SSH key 登入，關咗密碼登入（防暴力破解）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防火牆 ufw，只開 22 / 80 / 443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③ 新建非 root 用戶（deploy）操作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④ 開自動保安更新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E8B6F"/>
                </a:solidFill>
                <a:latin typeface="Microsoft JhengHei"/>
                <a:ea typeface="Microsoft JhengHei"/>
              </a:rPr>
              <a:t>▪ ⚠️ 做妥已擋走九成自動化攻擊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3 ｜ 裝運行環境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Docker + Node +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裝 Docker + Docker Compose（app + db 包埋）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裝 PostgreSQL 16（中央庫，啱分店；docker-compose 同起）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B04A1F"/>
                </a:solidFill>
                <a:latin typeface="Microsoft JhengHei"/>
                <a:ea typeface="Microsoft JhengHei"/>
              </a:rPr>
              <a:t>▪ ⚠️ 前置改動：現時 app 用 SQLite，上 PostgreSQL 要將 DB 層改為 pg（placeholder $1 等）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555F5C"/>
                </a:solidFill>
                <a:latin typeface="Microsoft JhengHei"/>
                <a:ea typeface="Microsoft JhengHei"/>
              </a:rPr>
              <a:t>▪ 單店想快啲上：可暫用 SQLite，遲啲開分店再轉 PG（到時都要改）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4 ｜ HTTPS 免費 SSL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資料安全核心：全程加密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網域 DNS 指去 Cloudflare（順便攞免費 WAF / DDoS）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Caddy 自動攞 Let's Encrypt 證書、自動續期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③ 強制 HTTPS ＋ 開 HSTS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B04A1F"/>
                </a:solidFill>
                <a:latin typeface="Microsoft JhengHei"/>
                <a:ea typeface="Microsoft JhengHei"/>
              </a:rPr>
              <a:t>▪ ⚠️ 無 HTTPS 瀏覽器標「不安全」，客人唔敢落資料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5 ｜ 由 GitHub 拉代碼跑起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部署核心動作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伺服器設 deploy key（只讀）git clone 倉庫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伺服器建立真正 .env，填入真密鑰（唔同本機）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③ docker compose up -d 起動（掛咗自動重起）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④ 驗證 curl localhost:4000/api/beds/labels 有返回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555F5C"/>
                </a:solidFill>
                <a:latin typeface="Microsoft JhengHei"/>
                <a:ea typeface="Microsoft JhengHei"/>
              </a:rPr>
              <a:t>▪ ⑤ 做 DB migration（建表）＋ seed 示範數據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B04A1F"/>
                </a:solidFill>
                <a:latin typeface="Microsoft JhengHei"/>
                <a:ea typeface="Microsoft JhengHei"/>
              </a:rPr>
              <a:t>▪ ⚠️ SESSION_SECRET / JWT_SECRET 要用長亂碼，唔好用預設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6 ｜ 反向代理 ＋ 網域指向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全世界經網域入到你個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Cloudflare DNS 加 A 記錄：@ 同 www 指去伺服器 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Caddy 將 https://網域 轉去 localhost:4000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③ 驗證四頁經 https 都開到（index / staff / doctor / admin）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④ 手機＋電腦試，確認無 mixed-content 警告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E8B6F"/>
                </a:solidFill>
                <a:latin typeface="Microsoft JhengHei"/>
                <a:ea typeface="Microsoft JhengHei"/>
              </a:rPr>
              <a:t>▪ 🎉 到呢步網站正式上線！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7 ｜ 資料安全加固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上線唔係終點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每日自動備份 database（加密）抄去雲端（B2 / S3）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Cloudflare WAF 擋惡意流量（已有 rate limit，加多層）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③ admin 後台加 IP 限制 / 更強密碼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④ 定期 npm audit 更新依賴；UptimeRobot 監測死機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B04A1F"/>
                </a:solidFill>
                <a:latin typeface="Microsoft JhengHei"/>
                <a:ea typeface="Microsoft JhengHei"/>
              </a:rPr>
              <a:t>▪ ⚠️ 備份唔驗證 = 冇備份；定期試 restore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8 ｜ CI/CD 自動化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改 code 唔使驚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① GitHub Actions：push 自動跑 lint ＋ 嗰 10 輪交叉測試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② 測試過先 deploy（唔會將壞 code 推上線）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③ 進階：通過自動 deploy 上伺服器（零人手）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B04A1F"/>
                </a:solidFill>
                <a:latin typeface="Microsoft JhengHei"/>
                <a:ea typeface="Microsoft JhengHei"/>
              </a:rPr>
              <a:t>▪ ⚠️ CI 用假密鑰 / 測試庫，唔好用真實客人庫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Phase 9 ｜ 開分店：多租戶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而家 plan 好，遲啲唔使重写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核心：加 clinic_id 落各表（bookings / users / settings / medical_records）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每間分店一個 subdomain：shop2.網域（或後台切換）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A28"/>
                </a:solidFill>
                <a:latin typeface="Microsoft JhengHei"/>
                <a:ea typeface="Microsoft JhengHei"/>
              </a:rPr>
              <a:t>▪ PostgreSQL 中央庫，按 clinic_id 隔離各分店資料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E8B6F"/>
                </a:solidFill>
                <a:latin typeface="Microsoft JhengHei"/>
                <a:ea typeface="Microsoft JhengHei"/>
              </a:rPr>
              <a:t>▪ 因為 Phase 3 用 PostgreSQL，到時只加欄位唔使換數據庫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B04A1F"/>
                </a:solidFill>
                <a:latin typeface="Microsoft JhengHei"/>
                <a:ea typeface="Microsoft JhengHei"/>
              </a:rPr>
              <a:t>▪ ⚠️ 呢步係重構，開第 2 間店之前做，唔使急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你三個要求，點樣滿足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逐一對齊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E8B6F"/>
                </a:solidFill>
                <a:latin typeface="Microsoft JhengHei"/>
                <a:ea typeface="Microsoft JhengHei"/>
              </a:rPr>
              <a:t>▪ 🔒 資料安全：HTTPS 加密 ＋ Cloudflare WAF ＋ 每日離地備份 ＋ .env 唔落 Git ＋ 防火牆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E8B6F"/>
                </a:solidFill>
                <a:latin typeface="Microsoft JhengHei"/>
                <a:ea typeface="Microsoft JhengHei"/>
              </a:rPr>
              <a:t>▪ 🌐 自己網域：Cloudflare 買/管 DNS，Caddy 自動 SSL，幾個鐘搞掂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E8B6F"/>
                </a:solidFill>
                <a:latin typeface="Microsoft JhengHei"/>
                <a:ea typeface="Microsoft JhengHei"/>
              </a:rPr>
              <a:t>▪ 🏬 開分店：而家 plan 多租戶（clinic_id ＋ PostgreSQL），遲啲零煩惱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上線前 Checklist</a:t>
            </a:r>
          </a:p>
          <a:p>
            <a:r>
              <a:rPr sz="1400" b="0" i="0">
                <a:solidFill>
                  <a:srgbClr val="CFE8DF"/>
                </a:solidFill>
                <a:latin typeface="Microsoft JhengHei"/>
                <a:ea typeface="Microsoft JhengHei"/>
              </a:rPr>
              <a:t>逐項打勾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.env / database.db 冇落 GitHub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SESSION_SECRET / JWT_SECRET 係長亂碼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生產 .env 無 CAPTCHA_TEST_BYPASS（防驗證碼後門）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防火牆只開 22/80/443，密碼登入已關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全站 HTTPS，無 mixed-content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備份有做 ＋ 試過 restore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Twilio / Stripe 真 key 設好，測試通知＋支付成功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 i="0">
                <a:solidFill>
                  <a:srgbClr val="222A28"/>
                </a:solidFill>
                <a:latin typeface="Microsoft JhengHei"/>
                <a:ea typeface="Microsoft JhengHei"/>
              </a:rPr>
              <a:t>▪ ☐ 四頁經 https 都開到；10 輪測試綠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</a:rPr>
              <a:t>總結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FE8DF"/>
                </a:solidFill>
                <a:latin typeface="Microsoft JhengHei"/>
                <a:ea typeface="Microsoft JhengHei"/>
              </a:rPr>
              <a:t>✅ 主機：VPS 或 AWS Lightsail（單店最穩陣，唔使全 AWS）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FE8DF"/>
                </a:solidFill>
                <a:latin typeface="Microsoft JhengHei"/>
                <a:ea typeface="Microsoft JhengHei"/>
              </a:rPr>
              <a:t>✅ 棧：Docker + Node + PostgreSQL + Cloudflare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FE8DF"/>
                </a:solidFill>
                <a:latin typeface="Microsoft JhengHei"/>
                <a:ea typeface="Microsoft JhengHei"/>
              </a:rPr>
              <a:t>✅ 九個 Phase 逐步做，第一次約一個下午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FE8DF"/>
                </a:solidFill>
                <a:latin typeface="Microsoft JhengHei"/>
                <a:ea typeface="Microsoft JhengHei"/>
              </a:rPr>
              <a:t>✅ 分店多租戶而家 plan 定，將來零煩惱</a:t>
            </a:r>
          </a:p>
          <a:p>
            <a:pPr>
              <a:spcBef>
                <a:spcPts val="2000"/>
              </a:spcBef>
            </a:pPr>
            <a:r>
              <a:rPr sz="1600" b="0" i="1">
                <a:solidFill>
                  <a:srgbClr val="A9D6C9"/>
                </a:solidFill>
                <a:latin typeface="Microsoft JhengHei"/>
                <a:ea typeface="Microsoft JhengHei"/>
              </a:rPr>
              <a:t>下一步：我幫你備好實體部署檔（Docker / Caddy / CI）＋ SQLite→PG 改動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