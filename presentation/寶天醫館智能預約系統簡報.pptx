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0B4A38"/>
          </a:solidFill>
          <a:ln w="12700">
            <a:solidFill>
              <a:srgbClr val="0B4A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4206240"/>
            <a:ext cx="5943600" cy="5943600"/>
          </a:xfrm>
          <a:prstGeom prst="ellipse">
            <a:avLst/>
          </a:prstGeom>
          <a:solidFill>
            <a:srgbClr val="0B4A38"/>
          </a:solidFill>
          <a:ln w="12700">
            <a:solidFill>
              <a:srgbClr val="0B4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6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寶天醫館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800" kern="0" dirty="0">
                <a:solidFill>
                  <a:srgbClr val="6EE7B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 能 預 約 系 統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F3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一站式中醫診所預約・管理・AI 智能平台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功能詳解簡報　|　2026 年 8 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客戶自助預約 · 管理員後台 · 醫師 / 員工工作台 · AI 醫療分流・多頻道通知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系統簡介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6400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定位：為中醫診所（寶天醫館）而設嘅一站式智能管理平台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四大角色：客戶 · 管理員 · 醫師 · 員工，權限分明，各有專屬介面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客戶可網上自助預約，系統自動發送 WhatsApp / SMS / 電郵確認及提醒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內置 AI 醫療分流、AI 問答、療程進度評估（1–10）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支援天氣、24 節氣、公眾假期智能提醒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223760" y="1280160"/>
            <a:ext cx="4480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技術架構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前端：HTML5 + Vue 3 + Tailwind CSS（響應式）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後端：Node.js + Express（REST API）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資料庫：SQLite（逾 20 張表）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外部整合：天文台天氣、農曆節氣、公眾假期、OpenAI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通知渠道：Twilio / ClickSend（WhatsApp・SMS）＋ SMTP 電郵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功能總覽（四大入口）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 / 登入（會員ID、密碼、防重複、鎖定保護）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智慧預約：服務 → 日期時段 → 醫師 → 備註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我的預約：狀態追蹤、修改、取消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我的病歴：診斷、相片對比、AI 進度、錄音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醫療分流：AI 問答推薦醫師・服務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意見箱、個人設定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18288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2344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管理員後台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09360" y="164592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儀表板、預約管理、收入報表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用戶管理、時段管理（醫師矩陣）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診所設定、系統設定、通知管理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意見箱管理、醫療分流問題管理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3520440"/>
            <a:ext cx="18288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52044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醫師工作台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39319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今日門診、狀態更新、病歴管理、處方、治療進度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4709160"/>
            <a:ext cx="18288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47091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員工工作台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51206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核對及確認客戶預約、到場狀態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 · 註冊新會員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01b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免費註冊成為會員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無需到診所，網上免費註冊成為會員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欄位：會員ID、密碼、中文姓名、英文姓名、電話、電郵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會員ID 自動轉大寫，系統即時驗證格式及查重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保安：用戶名與密碼不可相同；重複帳號即時攔截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密碼至少 6 個字元，加密儲存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註冊後需「完成個人資料」先可開始預約（身份證、出生日期、地址、緊急聯絡人等）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預設接收電郵 / SMS 通知，可喺設定隨時開關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 · 登入系統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會員登入頁面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輸入會員ID + 密碼即可登入（大小寫不敏感）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 5 次登入失敗，帳戶鎖定 10 分鐘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提供「忘記密碼」流程：輸入註冊電郵 → 收取 6 位數驗證碼 → 重設密碼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登入後即載入個人預約、病歴、意見等資料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登入頁同時提供「註冊新會員」入口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 · 智慧預約（一）選擇服務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02-boo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 — 選擇治療服務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四步預約：服務 → 日期時段 → 醫師 → 資料確認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服務項目：推拿、針灸、推拿＋針灸、新症諮詢等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每項服務顯示：價錢（HK$）、所需分鐘、簡介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即時顯示可預約服務及價錢，一目了然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揀好服務即進入步驟 2（選擇日期與時段）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 · 智慧預約（二）日期・時段・醫師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02b-booking-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 — 揀日期、時段與醫師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日曆選擇日期：紅＝休息日、橙＝公眾假期、鎖＝未開放月份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實時時段：綠色時段可約，過期 / 已滿自動變灰禁用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時間太接近（1 小時內）唔可以再預約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可揀「任何可用醫師」或指定醫師（顯示專科）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揀好後填聯絡資料 + 病癥備註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確認後自動發送預約確認（電郵 / WhatsApp / SMS）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 · 我的預約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03-mybook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預約狀態一目了然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列出全部預約：日期、時間、服務、醫師、備註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狀態追蹤：待到場 / 已確認 / 已完成 / 未到場 / 已取消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已完成預約：可直接「查看病歴」並睇療程進度（1–10）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支援取消 / 修改預約（視乎診所設定）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右側「即時預約狀況」：各醫師今日使用率、可用時段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 · 我的病歴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04-med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診斷 + 療程進度追蹤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整合過往診症記錄：診斷結果、治療方案、備註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療程進度：1–10 進度條（極差→良好），顯示目前 / 目標值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相片對比：今次 vs 上次病徵相片並排比較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醫師可附加錄音講解，客戶隨時重溫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可下載病歴摘要（PDF）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 · 醫療分流（一）語言選擇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05-triage-l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醫療分流 — 揀語言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唔肯定睇邊位醫師？AI 分流幫你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支援廣東話（中文）／英文兩種語言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以問答方式收集症狀、病歴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完成後推薦最適合嘅醫師及服務，配對度百分比顯示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 · 醫療分流（二）AI 問答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06-triage-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一步步問症 + 推薦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系統按進度逐題提問（問題 N / 總數 + 進度條）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選項式回答，輕鬆快捷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已答問題即時記錄，可重新開始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計算後推薦醫師、專科、建議服務及配對度 %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可一鍵「立即預約此醫師」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 · 意見箱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07-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提交意見 + 睇管理員回覆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大分類：一般、服務質素、預約系統、改善建議、投訴、讚賞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填寫主題 + 內容即可提交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「我的意見記錄」：狀態（已回覆 / 待處理）、管理員回覆內容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有管理員新回覆時，頁面頂部顯示提示橫額，點擊標記已讀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 · 我的設定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08-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個人資料與帳戶管理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完善個人資料：身份證、出生日期、地址、緊急聯絡人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修改聯絡方式：電話、電郵、中英文姓名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可申請修改會員ID（一年只可一次）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修改密碼（需原密碼驗證）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通知偏好：電郵 / SMS 開關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客戶帳戶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46304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帳戶管理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0200" y="1417320"/>
            <a:ext cx="685800" cy="6858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417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網上自助註冊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（或職員代開）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1417320"/>
            <a:ext cx="685800" cy="6858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417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完成個人資料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先可預約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69480" y="1417320"/>
            <a:ext cx="685800" cy="6858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417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240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開始預約及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使用各項功能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04120" y="1417320"/>
            <a:ext cx="685800" cy="6858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04120" y="14173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0" y="2240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日常管理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（資料/密碼/通知）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1124712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57600"/>
            <a:ext cx="10881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客戶帳戶 ＝ 會員帳戶，係整個自助服務嘅基礎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建立途徑：客戶網上自助註冊（即時生效）／診所職員或管理員喺後台代開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首次使用：需先「完成個人資料」（身份證、出生日期、地址、緊急聯絡人等）先可開始預約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帳戶安全：密碼加密儲存、連續 5 次登入失敗鎖定 10 分鐘、防重複帳號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會員ID 自動轉大寫、格式驗證；修改會員ID 每年只可一次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通知偏好：電郵 / SMS 開關，於「我的設定」隨時更改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狀態追蹤：帳戶可標記「已完成資料」/「待完成」；過期未完成可由管理員清理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· 儀表板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09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系統概覽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統計卡：總用戶數、總預約數、即將到來預約、系統運行時間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系統資訊：Node.js 版本、記憶體使用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意見箱未讀回覆角標提示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頂部導航整合全部管理功能，一頁切換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· 預約管理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10-admin-book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全線預約集中管理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睇晒所有預約：按日期 / 醫師 / 客戶 / 狀態篩選搜尋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狀態分頁：已確認 / 已完成 / 未到場 / 已取消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操作：標記完成、未到場、取消、睇病歴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可新增預約、為客戶登記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· 收入報表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11-admin-inc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收入統計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總收入（HK$）、預約數、期間統計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按日 / 按月 / 按年切換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各服務項目收入分析（推拿、針灸等）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協助掌握生意走勢及熱門服務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· 用戶管理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12-admin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會員與員工帳戶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管理所有用戶：客戶 / 醫師 / 員工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新增、編輯、刪除用戶，重置密碼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搜尋：名稱、用戶名、電話、電郵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資料狀態標記：已完成 / 已過期 / 待完成 N 天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清理過期未完成資料的用戶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· 時段管理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13-admin-times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時段 × 醫師 矩陣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 × 醫師矩陣，一眼睇晒邊位醫師邊個時段有位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顏色狀態：綠＝可約、黃＝已有預約、紅＝已滿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可逐格開關或一鍵全部開 / 關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自動處理休息日及公眾假期（當日全部停診）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· 診所設定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14-admin-clin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診所營運設定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營業時間：每日開始 / 結束、午休時間、時段間隔（分鐘）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每月開放日數、休息日管理（紅色＝休息）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服務項目管理：名稱、價錢、時長、簡介（CRUD）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醫師管理：姓名、專科、帳號關聯（CRUD）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· 系統設定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15-admin-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系統參數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電郵 / SMS / WhatsApp 通知總開關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到診提醒：當日、前 1 / 3 / 7 日提醒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通知次序：WhatsApp → SMS → 電郵自動 fallback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會員ID 規則、每日預約上限、重複預約限制等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· 通知管理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16-admin-notif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節氣 / 節日 / 天氣提醒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 節氣提醒：自動計算日期，發送養生提醒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農曆 / 公曆節日祝賀訊息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寒冷天氣提醒：低於閾值（如 15°C）自動發送保暖提示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發送記錄日誌、支援測試發送（WhatsApp / SMS）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· 意見箱管理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17-admin-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回覆客戶意見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集中管理全部會員意見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 + 狀態篩選（已回覆 / 待處理）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即時回覆客戶，未讀角標提示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建立良好客戶關係，持續改進服務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醫師工作台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18-doc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醫師工作台 — 病歴管理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統計卡：今日預約 / 今日完成 / 待診人數 / 本週預約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只顯示屬於自己嘅門診名單（按醫師自動篩選）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狀態操作：標記完成、未到場、還原確認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病歴管理：診斷、治療方案、備註、相片、錄音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治療進度：1–10 評估 + 目標值，記錄每次進展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支援搜尋、按日期 / 狀態篩選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員工工作台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37160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C:/Users/Damian/Desktop/booking-demo - vs code（21-01-26)/booking-demo - vs code（21-01-26)/booking-demo/presentation/shots/19-sta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37385"/>
            <a:ext cx="5577840" cy="348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108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員工工作台 — 全部預約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5394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核對及確認客戶預約，管理全部門診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統計卡：今日預約 / 今日完成 / 待診人數 / 本週預約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按日期 / 狀態篩選，快速搵到目標預約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操作：確認、標記完成、未到場、還原確認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查詢客戶詳情（電話、電郵、服務）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員工帳戶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966960" y="1170432"/>
            <a:ext cx="1463040" cy="310896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0" y="11704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帳戶管理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建立途徑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由管理員喺後台「用戶管理」新增，揀選角色＝員工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帳戶欄位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登入用戶名、密碼（至少 6 個字元）、中文姓名、電話、電郵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登入入口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員工工作台（staff.html），與客戶／管理員入口完全分開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角色權限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只可管理及確認預約、標記到場狀態；無系統設定／報表權限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日常操作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確認預約、標記完成、未到場、還原確認、查詢客戶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管理操作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管理員可編輯資料、重設密碼、停用或刪除員工帳戶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1371600"/>
            <a:ext cx="10881360" cy="56692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8920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員工帳戶專為前台／診所職員而設，帳戶建立、密碼管理全部由管理員掌握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同「醫師帳戶」一樣屬內部帳戶，客戶唔可以直接註冊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3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權限分明：員工唔可以修改系統設定、睇收入報表或管理用戶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部署方案比較 — AWS vs Linode（優缺點）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54864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全球最大雲端，服務超過 200 種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香港設有區域 (ap-east-1)，延遲低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高可用性（多可用區）、Auto Scaling、負載平衡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企業級支援與認證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✖"/>
            </a:pPr>
            <a:r>
              <a:rPr lang="en-US" sz="1250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計費項目多、帳單複雜，容易超支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✖"/>
            </a:pPr>
            <a:r>
              <a:rPr lang="en-US" sz="1250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流量輸出另收費，對小網站偏貴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✖"/>
            </a:pPr>
            <a:r>
              <a:rPr lang="en-US" sz="1250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學習曲線高，支援服務要另付費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234440"/>
            <a:ext cx="27432" cy="51206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234440"/>
            <a:ext cx="53949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價格透明固定月費，性價比高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全區域統一價，流量已含（1–2TB）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介面簡單易用，管理方便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25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按小時計費、每月封頂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✖"/>
            </a:pPr>
            <a:r>
              <a:rPr lang="en-US" sz="1250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無香港區域（新加坡 / 東京，延遲約 30–50ms）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✖"/>
            </a:pPr>
            <a:r>
              <a:rPr lang="en-US" sz="1250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自動擴展、企業級服務較少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✖"/>
            </a:pPr>
            <a:r>
              <a:rPr lang="en-US" sz="1250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無真正免費層，備份另加錢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6355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Linode (Akamai)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部署建議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5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此系統 = Node.js + SQLite 小型預約網站，流量有限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5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CP 值首選：Linode 2 GB（HK$94/月）— 1 vCPU / 2GB / 50GB / 2TB，已含流量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5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要香港低延遲 + 未來擴充：AWS ap-east-1 t3.small（HK$148/月）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預算極緊：Linode Nanode 1GB（HK$39/月）亦可運行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5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進階可搭配：AWS S3 備份、RDS 資料庫、CloudWatch 監控</a:t>
            </a:r>
            <a:endParaRPr lang="en-US" sz="1500" dirty="0"/>
          </a:p>
          <a:p>
            <a:pPr marL="152400" indent="-152400">
              <a:spcAft>
                <a:spcPts val="600"/>
              </a:spcAft>
              <a:buSzPct val="100000"/>
              <a:buChar char="✔"/>
            </a:pPr>
            <a:r>
              <a:rPr lang="en-US" sz="1500" b="1" dirty="0">
                <a:solidFill>
                  <a:srgbClr val="064E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結論：中小診所建議 Linode（簡單抵用）；需要企業級 SLA、香港本地位、AWS 生態則揀 AWS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多謝觀看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寶天醫館智能預約系統 — 提升診所營運效率，關顧每位病人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寶天醫館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寶天醫館智能預約系統</dc:title>
  <dc:subject>PptxGenJS Presentation</dc:subject>
  <dc:creator>寶天醫館</dc:creator>
  <cp:lastModifiedBy>寶天醫館</cp:lastModifiedBy>
  <cp:revision>1</cp:revision>
  <dcterms:created xsi:type="dcterms:W3CDTF">2026-08-07T13:23:13Z</dcterms:created>
  <dcterms:modified xsi:type="dcterms:W3CDTF">2026-08-07T13:23:13Z</dcterms:modified>
</cp:coreProperties>
</file>