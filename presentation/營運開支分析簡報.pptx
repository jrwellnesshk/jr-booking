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000" b="1">
                <a:solidFill>
                  <a:srgbClr val="86EFAC"/>
                </a:solidFill>
                <a:latin typeface="Microsoft JhengHei"/>
                <a:ea typeface="Microsoft JhengHei"/>
              </a:rPr>
              <a:t>寶天醫館智能預約系統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營運開支與服務費用分析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600" b="0">
                <a:solidFill>
                  <a:srgbClr val="FFFFFF"/>
                </a:solidFill>
                <a:latin typeface="Microsoft JhengHei"/>
                <a:ea typeface="Microsoft Jheng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600" b="0">
                <a:solidFill>
                  <a:srgbClr val="A7F3D0"/>
                </a:solidFill>
                <a:latin typeface="Microsoft JhengHei"/>
                <a:ea typeface="Microsoft JhengHei"/>
              </a:rPr>
              <a:t>涵蓋三大範疇：通訊渠道（ClickSend SMS・WhatsApp・Email）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600" b="0">
                <a:solidFill>
                  <a:srgbClr val="A7F3D0"/>
                </a:solidFill>
                <a:latin typeface="Microsoft JhengHei"/>
                <a:ea typeface="Microsoft JhengHei"/>
              </a:rPr>
              <a:t>伺服器部署（AWS EC2・Linode）・開發工具（OpenCode・Deevid AI）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10698480" cy="82296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53712"/>
            <a:ext cx="10698480" cy="6858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所有金額均以 美金（USD）＋ 港幣（HKD）列出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0">
                <a:solidFill>
                  <a:srgbClr val="A7F3D0"/>
                </a:solidFill>
                <a:latin typeface="Microsoft JhengHei"/>
                <a:ea typeface="Microsoft JhengHei"/>
              </a:rPr>
              <a:t>參考匯率：1 USD ≈ 7.84 HKD（Deevid 官方換算）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A7F3D0"/>
                </a:solidFill>
                <a:latin typeface="Microsoft JhengHei"/>
                <a:ea typeface="Microsoft JhengHei"/>
              </a:rPr>
              <a:t>適用系統版本：booking-demo 預約系統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86EFAC"/>
                </a:solidFill>
                <a:latin typeface="Microsoft JhengHei"/>
                <a:ea typeface="Microsoft JhengHei"/>
              </a:rPr>
              <a:t>2026 年度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目錄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總覽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556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572768"/>
            <a:ext cx="777240" cy="621792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72768"/>
            <a:ext cx="77724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481328"/>
            <a:ext cx="96012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Microsoft JhengHei"/>
                <a:ea typeface="Microsoft JhengHei"/>
              </a:rPr>
              <a:t>通訊渠道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938528"/>
            <a:ext cx="96012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JhengHei"/>
                <a:ea typeface="Microsoft JhengHei"/>
              </a:rPr>
              <a:t>ClickSend SMS ・ WhatsApp ・ Email — 用途與收費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78608"/>
            <a:ext cx="111556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2779776"/>
            <a:ext cx="777240" cy="621792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79776"/>
            <a:ext cx="77724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688336"/>
            <a:ext cx="96012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Microsoft JhengHei"/>
                <a:ea typeface="Microsoft JhengHei"/>
              </a:rPr>
              <a:t>伺服器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145536"/>
            <a:ext cx="96012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JhengHei"/>
                <a:ea typeface="Microsoft JhengHei"/>
              </a:rPr>
              <a:t>AWS EC2 ・ Linode — 部署選項與月費比較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85616"/>
            <a:ext cx="111556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3986784"/>
            <a:ext cx="777240" cy="62179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986784"/>
            <a:ext cx="77724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895344"/>
            <a:ext cx="96012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Microsoft JhengHei"/>
                <a:ea typeface="Microsoft JhengHei"/>
              </a:rPr>
              <a:t>開發工具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352544"/>
            <a:ext cx="96012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JhengHei"/>
                <a:ea typeface="Microsoft JhengHei"/>
              </a:rPr>
              <a:t>OpenCode（AI 編碼代理）・ Deevid AI（影片製作）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92624"/>
            <a:ext cx="111556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5193792"/>
            <a:ext cx="777240" cy="62179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93792"/>
            <a:ext cx="77724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102352"/>
            <a:ext cx="96012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Microsoft JhengHei"/>
                <a:ea typeface="Microsoft JhengHei"/>
              </a:rPr>
              <a:t>總結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559552"/>
            <a:ext cx="96012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JhengHei"/>
                <a:ea typeface="Microsoft JhengHei"/>
              </a:rPr>
              <a:t>每月開支總表 ＋ 建議組合（美金＋港幣）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通訊渠道總覽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通訊渠道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三條渠道分工：WhatsApp 主力 → SMS 後備 → Email 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3657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81912"/>
            <a:ext cx="32004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① WhatsApp（主力）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3200400" cy="1600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064E3B"/>
                </a:solidFill>
                <a:latin typeface="Microsoft JhengHei"/>
                <a:ea typeface="Microsoft JhengHei"/>
              </a:rPr>
              <a:t>• 最重要通知渠道，優先發送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病人可自行選擇「想收 WhatsApp」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24 小時內回覆病人免費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417320"/>
            <a:ext cx="3657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581912"/>
            <a:ext cx="32004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② SMS（後備）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057400"/>
            <a:ext cx="3200400" cy="1600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064E3B"/>
                </a:solidFill>
                <a:latin typeface="Microsoft JhengHei"/>
                <a:ea typeface="Microsoft JhengHei"/>
              </a:rPr>
              <a:t>• WhatsApp 失敗／關閉時自動接上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冇裝 WhatsApp 嘅病人一樣收得到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香港號碼自動補 852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1417320"/>
            <a:ext cx="3657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5" y="1581912"/>
            <a:ext cx="32004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③ Email（確認／文件）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057400"/>
            <a:ext cx="3200400" cy="1600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064E3B"/>
                </a:solidFill>
                <a:latin typeface="Microsoft JhengHei"/>
                <a:ea typeface="Microsoft JhengHei"/>
              </a:rPr>
              <a:t>• 驗證碼、預約確認、通知副本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低成本，寄件人可用診所域名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低用量基本免費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60520"/>
            <a:ext cx="11155680" cy="173736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43400"/>
            <a:ext cx="10607040" cy="1371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500" b="1">
                <a:solidFill>
                  <a:srgbClr val="064E3B"/>
                </a:solidFill>
                <a:latin typeface="Microsoft JhengHei"/>
                <a:ea typeface="Microsoft JhengHei"/>
              </a:rPr>
              <a:t>發送次序（系統已內置）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JhengHei"/>
                <a:ea typeface="Microsoft JhengHei"/>
              </a:rPr>
              <a:t>通知產生時 → 先試 WhatsApp → 唔成功自動轉 SMS → 兩者都唔得先記錄失敗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JhengHei"/>
                <a:ea typeface="Microsoft JhengHei"/>
              </a:rPr>
              <a:t>Email 獨立處理：預約確認同驗證碼會同時以 Email 發出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ClickSend — SMS 用途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通訊渠道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系統依家嘅 SMS 供應商（.env 設 SMS_PROVIDER=clicksend）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11155680" cy="2011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064E3B"/>
                </a:solidFill>
                <a:latin typeface="Microsoft JhengHei"/>
                <a:ea typeface="Microsoft JhengHei"/>
              </a:rPr>
              <a:t>• 系統所有 SMS 都經 ClickSend API 發出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  <a:ea typeface="Microsoft JhengHei"/>
              </a:rPr>
              <a:t>• 預約確認／取消／更改、到診提醒（當日／前 1·3·7 日）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  <a:ea typeface="Microsoft JhengHei"/>
              </a:rPr>
              <a:t>• 節氣、節日、天氣提醒（每日 08:00 自動排程）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  <a:ea typeface="Microsoft JhengHei"/>
              </a:rPr>
              <a:t>• 後台「通知管理」可手動測試發送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5760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22191"/>
            <a:ext cx="50292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特點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029200" cy="1600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064E3B"/>
                </a:solidFill>
                <a:latin typeface="Microsoft JhengHei"/>
                <a:ea typeface="Microsoft JhengHei"/>
              </a:rPr>
              <a:t>• 預付 Credit，用幾多扣幾多，冇月費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Sender ID：PoTinClinic（最多 11 字元）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香港 8 位號碼自動加 +852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65760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822191"/>
            <a:ext cx="50292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香港需知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5029200" cy="1600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DC2626"/>
                </a:solidFill>
                <a:latin typeface="Microsoft JhengHei"/>
                <a:ea typeface="Microsoft JhengHei"/>
              </a:rPr>
              <a:t>• 香港「短訊發送人登記制度」要實名登記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向 ClickSend 提交商業登記／診所證明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批核前 SMS 較易被視為可疑短訊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ClickSend — SMS 收費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通訊渠道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美金 ＋ 港幣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11155680" cy="219456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10515600" cy="1828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香港 SMS 收費：約 HK$0.4 – 0.7 / 條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500" b="0">
                <a:solidFill>
                  <a:srgbClr val="86EFAC"/>
                </a:solidFill>
                <a:latin typeface="Microsoft JhengHei"/>
                <a:ea typeface="Microsoft JhengHei"/>
              </a:rPr>
              <a:t>（即約 US$0.05 – 0.09 / 條）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00" b="0">
                <a:solidFill>
                  <a:srgbClr val="A7F3D0"/>
                </a:solidFill>
                <a:latin typeface="Microsoft JhengHei"/>
                <a:ea typeface="Microsoft JhengHei"/>
              </a:rPr>
              <a:t>冇月費、冇固定成本；預先購買 Credit，用幾多扣幾多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31920"/>
            <a:ext cx="111556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Microsoft JhengHei"/>
                <a:ea typeface="Microsoft JhengHei"/>
              </a:rPr>
              <a:t>每月開支估算（後備使用量）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4343400"/>
          <a:ext cx="1115567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749039"/>
                <a:gridCol w="3749039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每月後備 SMS 數量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每條成本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每月約計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100 條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HK$0.4–0.7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HK$40–70（US$5–9）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200 條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HK$0.4–0.7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HK$80–140（US$10–18）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500 條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HK$0.4–0.7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HK$200–350（US$26–45）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WhatsApp — 用途與收費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通訊渠道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建議用 360dialog（官方 WhatsApp Business API）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4864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81912"/>
            <a:ext cx="50292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5029200" cy="1691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064E3B"/>
                </a:solidFill>
                <a:latin typeface="Microsoft JhengHei"/>
                <a:ea typeface="Microsoft JhengHei"/>
              </a:rPr>
              <a:t>• 主力通知渠道：確認、提醒、回覆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「24 小時窗口」內回覆病人 → 免費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逾時提醒要預先審批嘅模板（Utility 類較平）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864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81912"/>
            <a:ext cx="50292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收費結構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5029200" cy="1691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064E3B"/>
                </a:solidFill>
                <a:latin typeface="Microsoft JhengHei"/>
                <a:ea typeface="Microsoft JhengHei"/>
              </a:rPr>
              <a:t>• 平台費：360dialog 按計劃（約 HK$250／年）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訊息費：Meta 官方價，香港約 HK$0.3–0.8／條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6B7280"/>
                </a:solidFill>
                <a:latin typeface="Microsoft JhengHei"/>
                <a:ea typeface="Microsoft JhengHei"/>
              </a:rPr>
              <a:t>• （即約 US$0.04–0.10／條）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06240"/>
            <a:ext cx="11155680" cy="182880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89120"/>
            <a:ext cx="106070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500" b="1">
                <a:solidFill>
                  <a:srgbClr val="064E3B"/>
                </a:solidFill>
                <a:latin typeface="Microsoft JhengHei"/>
                <a:ea typeface="Microsoft JhengHei"/>
              </a:rPr>
              <a:t>每月估算（假設 1,000 條通知）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JhengHei"/>
                <a:ea typeface="Microsoft JhengHei"/>
              </a:rPr>
              <a:t>1,000 × HK$0.3–0.4 ≈ HK$300–400（US$38–51）＋ 平台費攤分約 HK$21／月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300" b="0">
                <a:solidFill>
                  <a:srgbClr val="6B7280"/>
                </a:solidFill>
                <a:latin typeface="Microsoft JhengHei"/>
                <a:ea typeface="Microsoft JhengHei"/>
              </a:rPr>
              <a:t>如果大部分喺 24 小時內回覆，可大幅慳費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Email — 用途與收費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通訊渠道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系統依家用 Gmail SMTP；正式建議用 Brevo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4864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81912"/>
            <a:ext cx="50292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5029200" cy="1691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064E3B"/>
                </a:solidFill>
                <a:latin typeface="Microsoft JhengHei"/>
                <a:ea typeface="Microsoft JhengHei"/>
              </a:rPr>
              <a:t>• 忘記密碼 → 驗證碼電郵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預約確認郵件、通知副本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寄件人顯示診所名稱（寶天醫館）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864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81912"/>
            <a:ext cx="50292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方案對比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5029200" cy="1691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064E3B"/>
                </a:solidFill>
                <a:latin typeface="Microsoft JhengHei"/>
                <a:ea typeface="Microsoft JhengHei"/>
              </a:rPr>
              <a:t>• Brevo（建議）：免費版 300 封／日，可用診所域名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Gmail SMTP（現用）：免費 500 封／日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兩者低用量都係 $0 月費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60520"/>
            <a:ext cx="11155680" cy="182880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500" b="1">
                <a:solidFill>
                  <a:srgbClr val="064E3B"/>
                </a:solidFill>
                <a:latin typeface="Microsoft JhengHei"/>
                <a:ea typeface="Microsoft JhengHei"/>
              </a:rPr>
              <a:t>收費總結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500" b="1">
                <a:solidFill>
                  <a:srgbClr val="1F2937"/>
                </a:solidFill>
                <a:latin typeface="Microsoft JhengHei"/>
                <a:ea typeface="Microsoft JhengHei"/>
              </a:rPr>
              <a:t>每日上限內 100% 免費 — Email 渠道每月 HK$0（US$0）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300" b="0">
                <a:solidFill>
                  <a:srgbClr val="6B7280"/>
                </a:solidFill>
                <a:latin typeface="Microsoft JhengHei"/>
                <a:ea typeface="Microsoft JhengHei"/>
              </a:rPr>
              <a:t>超過上限先要升級（Brevo 付費版約 HK$90／月起）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通訊渠道 — 每月開支總結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通訊渠道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美金 ＋ 港幣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46304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3200400"/>
                <a:gridCol w="32004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渠道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固定月費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每條費用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每月約計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ClickSend SMS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US$0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HK$0.4–0.7／條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HK$80–140（US$10–18）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WhatsApp（360dialog）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平台費攤分約 HK$21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HK$0.3–0.8／條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HK$300–400（US$38–51）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Email（Brevo／Gmail）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US$0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US$0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HK$0（US$0）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合計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HK$400–600（US$51–77）／月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480560"/>
            <a:ext cx="111556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Microsoft JhengHei"/>
                <a:ea typeface="Microsoft JhengHei"/>
              </a:rPr>
              <a:t>備註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92040"/>
            <a:ext cx="1115568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WhatsApp 24 小時內回覆免費，善用可再減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SMS 只係後備，正常 WhatsApp 成功就唔會出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Email 用量低，長期 $0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伺服器部署 — 選項總覽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伺服器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Node.js + SQLite 輕量系統，入門配置已夠用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486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81912"/>
            <a:ext cx="50292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AWS EC2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5029200" cy="1965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064E3B"/>
                </a:solidFill>
                <a:latin typeface="Microsoft JhengHei"/>
                <a:ea typeface="Microsoft JhengHei"/>
              </a:rPr>
              <a:t>• 最大雲服務商，功能全面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有 12 個月 Free Tier（$0 試用）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設定較多概念（安全群組、EIP 等）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6B7280"/>
                </a:solidFill>
                <a:latin typeface="Microsoft JhengHei"/>
                <a:ea typeface="Microsoft JhengHei"/>
              </a:rPr>
              <a:t>• 入門月費：約 US$7.5（HK$59）起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86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81912"/>
            <a:ext cx="50292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Linode（Akamai Connected Cloud）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5029200" cy="1965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064E3B"/>
                </a:solidFill>
                <a:latin typeface="Microsoft JhengHei"/>
                <a:ea typeface="Microsoft JhengHei"/>
              </a:rPr>
              <a:t>• 平價 VPS，香港有節點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定價簡單，面板易用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6B7280"/>
                </a:solidFill>
                <a:latin typeface="Microsoft JhengHei"/>
                <a:ea typeface="Microsoft JhengHei"/>
              </a:rPr>
              <a:t>• 入門月費：US$5（HK$39）起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適合診所級系統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26280"/>
            <a:ext cx="11155680" cy="150876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09160"/>
            <a:ext cx="10607040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JhengHei"/>
                <a:ea typeface="Microsoft JhengHei"/>
              </a:rPr>
              <a:t>兩個選擇都係「按月租用」，含作業系統、SSD、流量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00" b="1">
                <a:solidFill>
                  <a:srgbClr val="064E3B"/>
                </a:solidFill>
                <a:latin typeface="Microsoft JhengHei"/>
                <a:ea typeface="Microsoft JhengHei"/>
              </a:rPr>
              <a:t>診所系統需求細：一部 $5 Linode 或 Free Tier 後嘅 t3.micro 已可穩定運行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AWS EC2 — 用途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伺服器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Amazon Web Services 嘅虛擬伺服器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11155680" cy="2103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064E3B"/>
                </a:solidFill>
                <a:latin typeface="Microsoft JhengHei"/>
                <a:ea typeface="Microsoft JhengHei"/>
              </a:rPr>
              <a:t>• 將 booking-demo 系統部署上雲，24 小時可連線（port 4000）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  <a:ea typeface="Microsoft JhengHei"/>
              </a:rPr>
              <a:t>• 病人隨時預約、後台隨時管理，唔使自己開電腦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  <a:ea typeface="Microsoft JhengHei"/>
              </a:rPr>
              <a:t>• 可加自動備份（SQLite 資料庫）、HTTPS 證書、網域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  <a:ea typeface="Microsoft JhengHei"/>
              </a:rPr>
              <a:t>• Free Tier：t2.micro／t3.micro 首 12 個月每月 750 小時免費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5760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22191"/>
            <a:ext cx="50292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適合邊個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029200" cy="1600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064E3B"/>
                </a:solidFill>
                <a:latin typeface="Microsoft JhengHei"/>
                <a:ea typeface="Microsoft JhengHei"/>
              </a:rPr>
              <a:t>• 想用「行業標準」、之後會升級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想 12 個月免費用 Free Tier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不介意設定較複雜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65760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822191"/>
            <a:ext cx="50292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要知道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5029200" cy="1600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DC2626"/>
                </a:solidFill>
                <a:latin typeface="Microsoft JhengHei"/>
                <a:ea typeface="Microsoft JhengHei"/>
              </a:rPr>
              <a:t>• 功能多但概念多，初次設定要啲時間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靜態 IP（EIP）同流量另計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Free Tier 完結後會開始收費，記得預算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AWS EC2 — 收費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伺服器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美金 ＋ 港幣（約數，以官方價為準）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11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46304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743200"/>
                <a:gridCol w="2743200"/>
                <a:gridCol w="23774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機型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規格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月費（約）USD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月費（約）HKD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t2.micro / t3.micro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1 vCPU · 1 GB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Free Tier 12 個月 → $0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HK$0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t3.micro（免稅期後）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1 vCPU · 1 GB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US$7.5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HK$59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t3.small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1 vCPU · 2 GB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US$15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HK$118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114800"/>
            <a:ext cx="1115568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JhengHei"/>
                <a:ea typeface="Microsoft JhengHei"/>
              </a:rPr>
              <a:t>• 靜態 IP（Elastic IP）：使用中約 US$3.6／月（HK$28）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JhengHei"/>
                <a:ea typeface="Microsoft JhengHei"/>
              </a:rPr>
              <a:t>• 流量同備份睇用量另計；香港區為 ap-east-1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00" b="1">
                <a:solidFill>
                  <a:srgbClr val="064E3B"/>
                </a:solidFill>
                <a:latin typeface="Microsoft JhengHei"/>
                <a:ea typeface="Microsoft JhengHei"/>
              </a:rPr>
              <a:t>• 用緊 Free Tier 時實際月費 = US$0（HK$0）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Linode — 用途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伺服器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現為 Akamai Connected Cloud，平價 VPS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11155680" cy="2103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064E3B"/>
                </a:solidFill>
                <a:latin typeface="Microsoft JhengHei"/>
                <a:ea typeface="Microsoft JhengHei"/>
              </a:rPr>
              <a:t>• 同 AWS 一樣部署整個 booking-demo 系統（Node.js + SQLite）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  <a:ea typeface="Microsoft JhengHei"/>
              </a:rPr>
              <a:t>• 香港有數據中心節點，病人連線快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  <a:ea typeface="Microsoft JhengHei"/>
              </a:rPr>
              <a:t>• 官方面板一撳部署 Linux（Ubuntu）＋ 即開即用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  <a:ea typeface="Microsoft JhengHei"/>
              </a:rPr>
              <a:t>• 可按小時計費；可加購自動 Backups 備份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5760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22191"/>
            <a:ext cx="50292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適合邊個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029200" cy="1600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064E3B"/>
                </a:solidFill>
                <a:latin typeface="Microsoft JhengHei"/>
                <a:ea typeface="Microsoft JhengHei"/>
              </a:rPr>
              <a:t>• 診所／中小企預算有限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想簡單、快上手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$5 入門機已夠用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65760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822191"/>
            <a:ext cx="50292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要知道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5029200" cy="1600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DC2626"/>
                </a:solidFill>
                <a:latin typeface="Microsoft JhengHei"/>
                <a:ea typeface="Microsoft JhengHei"/>
              </a:rPr>
              <a:t>• 冇 Free Tier（但本身月費已經平）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記憶體同流量要按用量揀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遷移去其他供應商都容易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Linode — 收費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伺服器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美金 ＋ 港幣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46304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108960"/>
                <a:gridCol w="2377440"/>
                <a:gridCol w="23774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計劃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規格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月費 USD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月費 HKD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Nanode 1GB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1 vCPU · 1 GB · 25 GB SSD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US$5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HK$39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Shared 2GB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1 vCPU · 2 GB · 50 GB SSD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US$10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HK$78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Shared 4GB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2 vCPU · 4 GB · 80 GB SSD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US$20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HK$157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4206240"/>
            <a:ext cx="11155680" cy="137160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106070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推薦：Nanode 1GB（US$5／HK$39）已足夠運行本系統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300" b="0">
                <a:solidFill>
                  <a:srgbClr val="6B7280"/>
                </a:solidFill>
                <a:latin typeface="Microsoft JhengHei"/>
                <a:ea typeface="Microsoft JhengHei"/>
              </a:rPr>
              <a:t>診所系統屬輕量負載，$5–10 計劃最啱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AWS vs Linode — 比較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伺服器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入門方案對比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463040"/>
          <a:ext cx="111556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06240"/>
                <a:gridCol w="420624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AWS EC2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Linode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入門月費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US$7.5（HK$59）＊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US$5（HK$39）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設定難度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高（概念較多）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低（簡單易用）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香港節點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有（ap-east-1）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Free Tier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有（12 個月）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無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適合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大規模／企業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診所／中小企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＊免稅期內可用 Free Tier 首 12 個月 $0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4846320"/>
            <a:ext cx="11155680" cy="128016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983480"/>
            <a:ext cx="106070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建議：初期用 Linode US$5（HK$39）／月，慳錢易管理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日後需求增大再考慮遷移 AWS Free Tier 或升級機型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開發工具 — 總覽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開發工具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日常營運／製作內容嘅輔助工具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4864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81912"/>
            <a:ext cx="50292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OpenCode（AI 編碼代理）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5029200" cy="2148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064E3B"/>
                </a:solidFill>
                <a:latin typeface="Microsoft JhengHei"/>
                <a:ea typeface="Microsoft JhengHei"/>
              </a:rPr>
              <a:t>• 開源工具，軟體本身完全免費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用自然語言叫 AI 寫／改程式碼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要自動用模型就加 OpenCode Go 訂閱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6B7280"/>
                </a:solidFill>
                <a:latin typeface="Microsoft JhengHei"/>
                <a:ea typeface="Microsoft JhengHei"/>
              </a:rPr>
              <a:t>• 月費：US$10（HK$78）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864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81912"/>
            <a:ext cx="50292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Deevid AI（製作影片）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5029200" cy="2148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Microsoft JhengHei"/>
                <a:ea typeface="Microsoft JhengHei"/>
              </a:rPr>
              <a:t>• AI 製作宣傳／介紹影片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兩個方案：專業版 US$35／優化版 US$159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用點數計：15 秒片約 60 點、10 秒片約 20 點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6B7280"/>
                </a:solidFill>
                <a:latin typeface="Microsoft JhengHei"/>
                <a:ea typeface="Microsoft JhengHei"/>
              </a:rPr>
              <a:t>• 月費：US$35（HK$274.54）起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709160"/>
            <a:ext cx="11155680" cy="137160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106070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JhengHei"/>
                <a:ea typeface="Microsoft JhengHei"/>
              </a:rPr>
              <a:t>兩者都係「輔助工具」，可以獨立使用、隨時開停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00" b="1">
                <a:solidFill>
                  <a:srgbClr val="064E3B"/>
                </a:solidFill>
                <a:latin typeface="Microsoft JhengHei"/>
                <a:ea typeface="Microsoft JhengHei"/>
              </a:rPr>
              <a:t>OpenCode 幫你維修／改功能；Deevid 幫你出宣傳片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OpenCode — 軟體本身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開發工具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開源 AI 編碼代理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11155680" cy="210312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10515600" cy="1737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軟體本身：完全免費下載及使用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600" b="0">
                <a:solidFill>
                  <a:srgbClr val="86EFAC"/>
                </a:solidFill>
                <a:latin typeface="Microsoft JhengHei"/>
                <a:ea typeface="Microsoft JhengHei"/>
              </a:rPr>
              <a:t>（開源 AI 編碼代理 — 喺你部電腦上直接執行）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4048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05072"/>
            <a:ext cx="50292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用途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5029200" cy="1508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064E3B"/>
                </a:solidFill>
                <a:latin typeface="Microsoft JhengHei"/>
                <a:ea typeface="Microsoft JhengHei"/>
              </a:rPr>
              <a:t>• 用日常語言叫 AI 寫程式碼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整個預約系統、改功能、查 bug 都係佢做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可以睇成「識寫 code 嘅助手」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4048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05072"/>
            <a:ext cx="50292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收費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80560"/>
            <a:ext cx="5029200" cy="1508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064E3B"/>
                </a:solidFill>
                <a:latin typeface="Microsoft JhengHei"/>
                <a:ea typeface="Microsoft JhengHei"/>
              </a:rPr>
              <a:t>• 下載同使用：HK$0（US$0）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唔訂閱都用到基本功能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要暢順用模型先考慮 OpenCode Go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OpenCode Go — 訂閱方案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開發工具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美金 ＋ 港幣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463040"/>
          <a:ext cx="1115567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749039"/>
                <a:gridCol w="374903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收費 USD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收費 HKD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首月優惠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US$5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HK$39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常態月費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US$10／月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HK$78／月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包含額度上限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每月最多 US$60 用量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HK$470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114800"/>
            <a:ext cx="1115568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Microsoft JhengHei"/>
                <a:ea typeface="Microsoft JhengHei"/>
              </a:rPr>
              <a:t>額度限制（訂閱包含）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72000"/>
            <a:ext cx="1115568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00" b="1">
                <a:solidFill>
                  <a:srgbClr val="064E3B"/>
                </a:solidFill>
                <a:latin typeface="Microsoft JhengHei"/>
                <a:ea typeface="Microsoft JhengHei"/>
              </a:rPr>
              <a:t>• 每 5 小時最多用 US$12（HK$94）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00" b="1">
                <a:solidFill>
                  <a:srgbClr val="064E3B"/>
                </a:solidFill>
                <a:latin typeface="Microsoft JhengHei"/>
                <a:ea typeface="Microsoft JhengHei"/>
              </a:rPr>
              <a:t>• 每週最多用 US$30（HK$235）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00" b="1">
                <a:solidFill>
                  <a:srgbClr val="064E3B"/>
                </a:solidFill>
                <a:latin typeface="Microsoft JhengHei"/>
                <a:ea typeface="Microsoft JhengHei"/>
              </a:rPr>
              <a:t>• 每月最多用 US$60（HK$470）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OpenCode Go — 額度詳解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開發工具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US$10／月 買到最多 US$60 用量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18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46304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2743200"/>
                <a:gridCol w="20116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限制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額度 USD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額度 HKD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5 小時用量上限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US$12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HK$94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短期高強度使用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每週用量上限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US$30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HK$235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一週內總用量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每月用量上限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US$60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HK$470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一個月內總用量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4206240"/>
            <a:ext cx="11155680" cy="182880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106070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500" b="1">
                <a:solidFill>
                  <a:srgbClr val="064E3B"/>
                </a:solidFill>
                <a:latin typeface="Microsoft JhengHei"/>
                <a:ea typeface="Microsoft JhengHei"/>
              </a:rPr>
              <a:t>點解抵：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  <a:ea typeface="Microsoft JhengHei"/>
              </a:rPr>
              <a:t>每月付 US$10（HK$78），就能用到最多 US$60（HK$470）價值嘅 AI 模型用量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00" b="1">
                <a:solidFill>
                  <a:srgbClr val="064E3B"/>
                </a:solidFill>
                <a:latin typeface="Microsoft JhengHei"/>
                <a:ea typeface="Microsoft JhengHei"/>
              </a:rPr>
              <a:t>支援 DeepSeek、Kimi、GLM 等多款模型 — 可自由切換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Deevid AI — 專業版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開發工具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AI 製作宣傳影片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11155680" cy="20116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72768"/>
            <a:ext cx="10515600" cy="1737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</a:rPr>
              <a:t>專業版：US$35／月（HK$274.54）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600" b="0">
                <a:solidFill>
                  <a:srgbClr val="86EFAC"/>
                </a:solidFill>
                <a:latin typeface="Microsoft JhengHei"/>
                <a:ea typeface="Microsoft JhengHei"/>
              </a:rPr>
              <a:t>每月包含 600 點數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49039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13631"/>
            <a:ext cx="50292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用量（官方估算）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5029200" cy="1508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064E3B"/>
                </a:solidFill>
                <a:latin typeface="Microsoft JhengHei"/>
                <a:ea typeface="Microsoft JhengHei"/>
              </a:rPr>
              <a:t>• 一條 15 秒影片：約用 60 點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一條 10 秒影片：約用 20 點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600 點 ≈ 10 條 15 秒 或 30 條 10 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49039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13631"/>
            <a:ext cx="50292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適合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5029200" cy="1508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064E3B"/>
                </a:solidFill>
                <a:latin typeface="Microsoft JhengHei"/>
                <a:ea typeface="Microsoft JhengHei"/>
              </a:rPr>
              <a:t>• 每月出幾條診所介紹／服務宣傳片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唔夠點可以等下個月或買額外點數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CP 值高，普通診所夠用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Deevid AI — 優化版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開發工具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大量製作時嘅升級方案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11155680" cy="20116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72768"/>
            <a:ext cx="10515600" cy="1737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</a:rPr>
              <a:t>優化版：US$159／月（HK$1,247）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600" b="0">
                <a:solidFill>
                  <a:srgbClr val="86EFAC"/>
                </a:solidFill>
                <a:latin typeface="Microsoft JhengHei"/>
                <a:ea typeface="Microsoft JhengHei"/>
              </a:rPr>
              <a:t>每月包含 3,000 點數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49039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13631"/>
            <a:ext cx="50292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用量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5029200" cy="1508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064E3B"/>
                </a:solidFill>
                <a:latin typeface="Microsoft JhengHei"/>
                <a:ea typeface="Microsoft JhengHei"/>
              </a:rPr>
              <a:t>• 3,000 點 ≈ 50 條 15 秒 或 150 條 10 秒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即專業版嘅 5 倍量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適合每日更新內容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49039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13631"/>
            <a:ext cx="50292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00" b="1">
                <a:solidFill>
                  <a:srgbClr val="064E3B"/>
                </a:solidFill>
                <a:latin typeface="Microsoft JhengHei"/>
                <a:ea typeface="Microsoft JhengHei"/>
              </a:rPr>
              <a:t>適合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5029200" cy="1508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Microsoft JhengHei"/>
                <a:ea typeface="Microsoft JhengHei"/>
              </a:rPr>
              <a:t>• 多平台（IG／YouTube／網頁）大量宣傳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每月出一批廣告素材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• 預算充足嘅診所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Deevid AI — 點數用量計算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開發工具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美金 ＋ 港幣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21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46304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08960"/>
                <a:gridCol w="1737360"/>
                <a:gridCol w="2011680"/>
                <a:gridCol w="20116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版本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月費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點數／月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15 秒片（60 點）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10 秒片（20 點）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專業版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US$35（HK$274.54）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600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10 條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30 條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優化版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US$159（HK$1,247）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50 條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150 條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4114800"/>
            <a:ext cx="11155680" cy="19202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97680"/>
            <a:ext cx="10607040" cy="1554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500" b="1">
                <a:solidFill>
                  <a:srgbClr val="064E3B"/>
                </a:solidFill>
                <a:latin typeface="Microsoft JhengHei"/>
                <a:ea typeface="Microsoft JhengHei"/>
              </a:rPr>
              <a:t>實例估算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JhengHei"/>
                <a:ea typeface="Microsoft JhengHei"/>
              </a:rPr>
              <a:t>診所每月 2 條 15 秒（120 點）＋ 5 條 10 秒（100 點）= 共 220 點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400" b="1">
                <a:solidFill>
                  <a:srgbClr val="064E3B"/>
                </a:solidFill>
                <a:latin typeface="Microsoft JhengHei"/>
                <a:ea typeface="Microsoft JhengHei"/>
              </a:rPr>
              <a:t>→ 專業版 600 點綽綽有餘，仲剩 380 點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</a:rPr>
              <a:t>（匯率：US$35 = HK$274.54、US$159 = HK$1,247，官方換算）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每月開支 — 總結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總結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全套方案：美金 ＋ 港幣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22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463040"/>
          <a:ext cx="1115568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2103120"/>
                <a:gridCol w="228600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建議方案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月費 USD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月費 HKD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伺服器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Linode Nanode 1GB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US$5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HK$39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SMS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ClickSend（後備使用）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US$10–18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HK$80–140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WhatsApp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360dialog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US$38–51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HK$300–400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Email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Brevo 免費版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US$0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HK$0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OpenCode Go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訂閱（常態）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US$10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HK$78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Deevid AI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專業版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US$35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HK$274.54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合計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US$98–119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約 HK$772–932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572000"/>
            <a:ext cx="111556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Microsoft JhengHei"/>
                <a:ea typeface="Microsoft JhengHei"/>
              </a:rPr>
              <a:t>慳錢版本（唔訂 Deevid 專業版）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83480"/>
            <a:ext cx="1115568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800" b="1">
                <a:solidFill>
                  <a:srgbClr val="064E3B"/>
                </a:solidFill>
                <a:latin typeface="Microsoft JhengHei"/>
                <a:ea typeface="Microsoft JhengHei"/>
              </a:rPr>
              <a:t>約 US$63–84／月（約 HK$497–658／月）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建議組合與備註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總結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點部署最慳又穩定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寶天醫館智能預約系統 — 營運開支與服務費用分析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11155680" cy="2377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064E3B"/>
                </a:solidFill>
                <a:latin typeface="Microsoft JhengHei"/>
                <a:ea typeface="Microsoft JhengHei"/>
              </a:rPr>
              <a:t>• 伺服器：Linode US$5／月（HK$39）— 初期最抵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  <a:ea typeface="Microsoft JhengHei"/>
              </a:rPr>
              <a:t>• 通訊：WhatsApp（360dialog）主力 ＋ ClickSend SMS 後備 ＋ Brevo Email 免費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  <a:ea typeface="Microsoft JhengHei"/>
              </a:rPr>
              <a:t>• 開發：OpenCode 軟體免費，加 US$10／月（HK$78）OpenCode Go 暢順用模型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Microsoft JhengHei"/>
                <a:ea typeface="Microsoft JhengHei"/>
              </a:rPr>
              <a:t>• 影片：Deevid 專業版 US$35／月（HK$274.54），量多先升優化版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77639"/>
            <a:ext cx="11155680" cy="210312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60520"/>
            <a:ext cx="10607040" cy="1737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500" b="1">
                <a:solidFill>
                  <a:srgbClr val="86EFAC"/>
                </a:solidFill>
                <a:latin typeface="Microsoft JhengHei"/>
                <a:ea typeface="Microsoft JhengHei"/>
              </a:rPr>
              <a:t>備註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300" b="0">
                <a:solidFill>
                  <a:srgbClr val="A7F3D0"/>
                </a:solidFill>
                <a:latin typeface="Microsoft JhengHei"/>
                <a:ea typeface="Microsoft JhengHei"/>
              </a:rPr>
              <a:t>匯率：1 USD ≈ 7.84 HKD（Deevid 官方換算）；其餘用 7.84 約數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300" b="0">
                <a:solidFill>
                  <a:srgbClr val="A7F3D0"/>
                </a:solidFill>
                <a:latin typeface="Microsoft JhengHei"/>
                <a:ea typeface="Microsoft JhengHei"/>
              </a:rPr>
              <a:t>所有價錢為約數，實際以各供應商官方網站為準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300" b="0">
                <a:solidFill>
                  <a:srgbClr val="A7F3D0"/>
                </a:solidFill>
                <a:latin typeface="Microsoft JhengHei"/>
                <a:ea typeface="Microsoft JhengHei"/>
              </a:rPr>
              <a:t>WhatsApp 24 小時內回覆免費，建議流程以慳費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300" b="0">
                <a:solidFill>
                  <a:srgbClr val="A7F3D0"/>
                </a:solidFill>
                <a:latin typeface="Microsoft JhengHei"/>
                <a:ea typeface="Microsoft JhengHei"/>
              </a:rPr>
              <a:t>OpenCode 軟體完全免費，訂閱先要錢；Deevid 可按月開停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